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handoutMasters/handoutMaster1.xml" ContentType="application/vnd.openxmlformats-officedocument.presentationml.handoutMaster+xml"/>
  <Override PartName="/ppt/media/image1.svg" ContentType="image/svg+xml"/>
  <Override PartName="/ppt/media/image10.svg" ContentType="image/svg+xml"/>
  <Override PartName="/ppt/media/image13.svg" ContentType="image/svg+xml"/>
  <Override PartName="/ppt/media/image14.svg" ContentType="image/svg+xml"/>
  <Override PartName="/ppt/media/image15.svg" ContentType="image/svg+xml"/>
  <Override PartName="/ppt/media/image16.svg" ContentType="image/svg+xml"/>
  <Override PartName="/ppt/media/image17.svg" ContentType="image/svg+xml"/>
  <Override PartName="/ppt/media/image2.svg" ContentType="image/svg+xml"/>
  <Override PartName="/ppt/media/image3.svg" ContentType="image/svg+xml"/>
  <Override PartName="/ppt/media/image4.svg" ContentType="image/svg+xml"/>
  <Override PartName="/ppt/media/image5.svg" ContentType="image/svg+xml"/>
  <Override PartName="/ppt/media/image6.svg" ContentType="image/svg+xml"/>
  <Override PartName="/ppt/media/image7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4"/>
  </p:sldMasterIdLst>
  <p:notesMasterIdLst>
    <p:notesMasterId r:id="rId56"/>
  </p:notesMasterIdLst>
  <p:handoutMasterIdLst>
    <p:handoutMasterId r:id="rId57"/>
  </p:handoutMasterIdLst>
  <p:sldIdLst>
    <p:sldId id="256" r:id="rId12"/>
    <p:sldId id="257" r:id="rId13"/>
    <p:sldId id="258" r:id="rId14"/>
    <p:sldId id="259" r:id="rId15"/>
    <p:sldId id="260" r:id="rId16"/>
    <p:sldId id="261" r:id="rId17"/>
    <p:sldId id="262" r:id="rId18"/>
    <p:sldId id="263" r:id="rId19"/>
    <p:sldId id="264" r:id="rId20"/>
    <p:sldId id="265" r:id="rId21"/>
    <p:sldId id="266" r:id="rId22"/>
    <p:sldId id="267" r:id="rId23"/>
    <p:sldId id="268" r:id="rId24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s" id="{E77CE92A-04E0-4D1F-B234-86ED12142DC6}">
          <p14:sldIdLst>
            <p14:sldId id="302"/>
            <p14:sldId id="256"/>
            <p14:sldId id="304"/>
            <p14:sldId id="303"/>
          </p14:sldIdLst>
        </p14:section>
        <p14:section name="Agenda" id="{BD007426-0B15-4615-ADB7-F54FBB931E8E}">
          <p14:sldIdLst>
            <p14:sldId id="305"/>
            <p14:sldId id="306"/>
          </p14:sldIdLst>
        </p14:section>
        <p14:section name="Section slides" id="{447FC96A-A333-4A81-90F4-803966F9EC86}">
          <p14:sldIdLst>
            <p14:sldId id="307"/>
            <p14:sldId id="308"/>
            <p14:sldId id="309"/>
          </p14:sldIdLst>
        </p14:section>
        <p14:section name="Sub-section slides" id="{F81D16F6-894A-4CF2-9289-966EA29DC898}">
          <p14:sldIdLst>
            <p14:sldId id="310"/>
            <p14:sldId id="358"/>
            <p14:sldId id="311"/>
          </p14:sldIdLst>
        </p14:section>
        <p14:section name="Top banded slides" id="{E1ADD928-02FD-46CC-8A02-07C5325943AF}">
          <p14:sldIdLst>
            <p14:sldId id="312"/>
            <p14:sldId id="313"/>
          </p14:sldIdLst>
        </p14:section>
        <p14:section name="Bottom banded slides" id="{4012D542-B646-40B6-A6D1-C24D0BF14B8F}">
          <p14:sldIdLst>
            <p14:sldId id="314"/>
            <p14:sldId id="315"/>
            <p14:sldId id="316"/>
            <p14:sldId id="317"/>
            <p14:sldId id="318"/>
            <p14:sldId id="319"/>
          </p14:sldIdLst>
        </p14:section>
        <p14:section name="Simple slides" id="{FE3B304C-E1E2-424E-8182-71A540EDE840}">
          <p14:sldIdLst>
            <p14:sldId id="323"/>
            <p14:sldId id="324"/>
            <p14:sldId id="325"/>
            <p14:sldId id="326"/>
            <p14:sldId id="327"/>
            <p14:sldId id="328"/>
            <p14:sldId id="330"/>
            <p14:sldId id="329"/>
            <p14:sldId id="331"/>
            <p14:sldId id="333"/>
            <p14:sldId id="335"/>
            <p14:sldId id="357"/>
            <p14:sldId id="334"/>
            <p14:sldId id="336"/>
          </p14:sldIdLst>
        </p14:section>
        <p14:section name="Unique slides" id="{ADFBE297-38E6-4964-A08D-3E8E95B0403C}">
          <p14:sldIdLst>
            <p14:sldId id="320"/>
            <p14:sldId id="321"/>
            <p14:sldId id="322"/>
            <p14:sldId id="289"/>
            <p14:sldId id="281"/>
            <p14:sldId id="301"/>
          </p14:sldIdLst>
        </p14:section>
        <p14:section name="Icon Library" id="{4E0F4F5B-78AB-4C03-B9AA-409B9C89863E}">
          <p14:sldIdLst>
            <p14:sldId id="347"/>
            <p14:sldId id="348"/>
            <p14:sldId id="349"/>
            <p14:sldId id="350"/>
            <p14:sldId id="351"/>
            <p14:sldId id="352"/>
            <p14:sldId id="353"/>
            <p14:sldId id="354"/>
            <p14:sldId id="355"/>
            <p14:sldId id="356"/>
          </p14:sldIdLst>
        </p14:section>
        <p14:section name="Thanks slide" id="{B13C5C9D-A27A-4E2E-BAA1-F94C91078947}">
          <p14:sldIdLst>
            <p14:sldId id="29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6F6D6F9-4DA3-A8B8-53D6-F9B9F46BC92F}" name="Parthasarathy N" initials="PN" userId="S::parthasarathy.n@prodapt.com::044dd020-db12-4a0a-94d6-829bfa4ab620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EEEEE"/>
    <a:srgbClr val="C6C6C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F5AB1C69-6EDB-4FF4-983F-18BD219EF322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591" autoAdjust="0"/>
    <p:restoredTop sz="94660"/>
  </p:normalViewPr>
  <p:slideViewPr>
    <p:cSldViewPr snapToGrid="0">
      <p:cViewPr varScale="1">
        <p:scale>
          <a:sx n="109" d="100"/>
          <a:sy n="109" d="100"/>
        </p:scale>
        <p:origin x="773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2" Type="http://schemas.openxmlformats.org/officeDocument/2006/relationships/slide" Target="slides/slide1.xml"/><Relationship Id="rId13" Type="http://schemas.openxmlformats.org/officeDocument/2006/relationships/slide" Target="slides/slide2.xml"/><Relationship Id="rId14" Type="http://schemas.openxmlformats.org/officeDocument/2006/relationships/slide" Target="slides/slide3.xml"/><Relationship Id="rId15" Type="http://schemas.openxmlformats.org/officeDocument/2006/relationships/slide" Target="slides/slide4.xml"/><Relationship Id="rId16" Type="http://schemas.openxmlformats.org/officeDocument/2006/relationships/slide" Target="slides/slide5.xml"/><Relationship Id="rId17" Type="http://schemas.openxmlformats.org/officeDocument/2006/relationships/slide" Target="slides/slide6.xml"/><Relationship Id="rId18" Type="http://schemas.openxmlformats.org/officeDocument/2006/relationships/slide" Target="slides/slide7.xml"/><Relationship Id="rId19" Type="http://schemas.openxmlformats.org/officeDocument/2006/relationships/slide" Target="slides/slide8.xml"/><Relationship Id="rId20" Type="http://schemas.openxmlformats.org/officeDocument/2006/relationships/slide" Target="slides/slide9.xml"/><Relationship Id="rId21" Type="http://schemas.openxmlformats.org/officeDocument/2006/relationships/slide" Target="slides/slide10.xml"/><Relationship Id="rId22" Type="http://schemas.openxmlformats.org/officeDocument/2006/relationships/slide" Target="slides/slide11.xml"/><Relationship Id="rId23" Type="http://schemas.openxmlformats.org/officeDocument/2006/relationships/slide" Target="slides/slide12.xml"/><Relationship Id="rId24" Type="http://schemas.openxmlformats.org/officeDocument/2006/relationships/slide" Target="slides/slide13.xml"/><Relationship Id="rId56" Type="http://schemas.openxmlformats.org/officeDocument/2006/relationships/notesMaster" Target="notesMasters/notesMaster1.xml"/><Relationship Id="rId57" Type="http://schemas.openxmlformats.org/officeDocument/2006/relationships/handoutMaster" Target="handoutMasters/handoutMaster1.xml"/><Relationship Id="rId58" Type="http://schemas.openxmlformats.org/officeDocument/2006/relationships/presProps" Target="presProps.xml"/><Relationship Id="rId59" Type="http://schemas.openxmlformats.org/officeDocument/2006/relationships/viewProps" Target="viewProps.xml"/><Relationship Id="rId60" Type="http://schemas.openxmlformats.org/officeDocument/2006/relationships/theme" Target="theme/theme1.xml"/><Relationship Id="rId61" Type="http://schemas.openxmlformats.org/officeDocument/2006/relationships/tableStyles" Target="tableStyles.xml"/><Relationship Id="rId62" Type="http://schemas.microsoft.com/office/2018/10/relationships/authors" Target="author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9E4AE273-8CD3-6164-9C94-6DC69DF5965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0E867BB-1003-CB22-C46D-510FBE5B827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A93462A-954F-4E30-94DD-A3A1DE2EEE96}" type="datetime3">
              <a:rPr lang="en-IN" smtClean="0"/>
              <a:t>3 June 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03874EE-DA7C-8DA0-56D8-8C1F9093594D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974D772-196D-EBEF-5FAB-781AC9406D9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27ADF21-8457-47AE-B5AA-49D7D720E2E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57979218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FDDC666-97AD-48A2-B45D-9FE62533595A}" type="datetime3">
              <a:rPr lang="en-IN" smtClean="0"/>
              <a:t>3 June 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F404DCD-2B78-4859-BA96-213EF135365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1537379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Relationship Id="rId3" Type="http://schemas.openxmlformats.org/officeDocument/2006/relationships/image" Target="../media/image2.svg"/><Relationship Id="rId4" Type="http://schemas.openxmlformats.org/officeDocument/2006/relationships/image" Target="../media/image3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Relationship Id="rId3" Type="http://schemas.openxmlformats.org/officeDocument/2006/relationships/image" Target="../media/image2.svg"/><Relationship Id="rId4" Type="http://schemas.openxmlformats.org/officeDocument/2006/relationships/image" Target="../media/image3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Relationship Id="rId3" Type="http://schemas.openxmlformats.org/officeDocument/2006/relationships/image" Target="../media/image5.svg"/><Relationship Id="rId4" Type="http://schemas.openxmlformats.org/officeDocument/2006/relationships/image" Target="../media/image6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Relationship Id="rId3" Type="http://schemas.openxmlformats.org/officeDocument/2006/relationships/image" Target="../media/image5.svg"/><Relationship Id="rId4" Type="http://schemas.openxmlformats.org/officeDocument/2006/relationships/image" Target="../media/image7.sv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svg"/><Relationship Id="rId3" Type="http://schemas.openxmlformats.org/officeDocument/2006/relationships/image" Target="../media/image10.sv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jpeg"/><Relationship Id="rId3" Type="http://schemas.openxmlformats.org/officeDocument/2006/relationships/image" Target="../media/image12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svg"/><Relationship Id="rId3" Type="http://schemas.openxmlformats.org/officeDocument/2006/relationships/image" Target="../media/image13.svg"/><Relationship Id="rId4" Type="http://schemas.openxmlformats.org/officeDocument/2006/relationships/image" Target="../media/image14.sv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svg"/><Relationship Id="rId3" Type="http://schemas.openxmlformats.org/officeDocument/2006/relationships/image" Target="../media/image1.svg"/><Relationship Id="rId4" Type="http://schemas.openxmlformats.org/officeDocument/2006/relationships/image" Target="../media/image2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svg"/><Relationship Id="rId3" Type="http://schemas.openxmlformats.org/officeDocument/2006/relationships/image" Target="../media/image1.svg"/><Relationship Id="rId4" Type="http://schemas.openxmlformats.org/officeDocument/2006/relationships/image" Target="../media/image2.svg"/><Relationship Id="rId5" Type="http://schemas.openxmlformats.org/officeDocument/2006/relationships/image" Target="../media/image15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svg"/><Relationship Id="rId3" Type="http://schemas.openxmlformats.org/officeDocument/2006/relationships/image" Target="../media/image16.svg"/><Relationship Id="rId4" Type="http://schemas.openxmlformats.org/officeDocument/2006/relationships/image" Target="../media/image5.svg"/><Relationship Id="rId5" Type="http://schemas.openxmlformats.org/officeDocument/2006/relationships/image" Target="../media/image6.sv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svg"/><Relationship Id="rId3" Type="http://schemas.openxmlformats.org/officeDocument/2006/relationships/image" Target="../media/image16.svg"/><Relationship Id="rId4" Type="http://schemas.openxmlformats.org/officeDocument/2006/relationships/image" Target="../media/image5.svg"/><Relationship Id="rId5" Type="http://schemas.openxmlformats.org/officeDocument/2006/relationships/image" Target="../media/image6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svg"/><Relationship Id="rId3" Type="http://schemas.openxmlformats.org/officeDocument/2006/relationships/image" Target="../media/image15.svg"/><Relationship Id="rId4" Type="http://schemas.openxmlformats.org/officeDocument/2006/relationships/image" Target="../media/image5.svg"/><Relationship Id="rId5" Type="http://schemas.openxmlformats.org/officeDocument/2006/relationships/image" Target="../media/image6.sv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svg"/><Relationship Id="rId3" Type="http://schemas.openxmlformats.org/officeDocument/2006/relationships/image" Target="../media/image5.svg"/><Relationship Id="rId4" Type="http://schemas.openxmlformats.org/officeDocument/2006/relationships/image" Target="../media/image6.svg"/><Relationship Id="rId5" Type="http://schemas.openxmlformats.org/officeDocument/2006/relationships/image" Target="../media/image15.sv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svg"/><Relationship Id="rId3" Type="http://schemas.openxmlformats.org/officeDocument/2006/relationships/image" Target="../media/image6.svg"/><Relationship Id="rId4" Type="http://schemas.openxmlformats.org/officeDocument/2006/relationships/image" Target="../media/image17.svg"/><Relationship Id="rId5" Type="http://schemas.openxmlformats.org/officeDocument/2006/relationships/image" Target="../media/image15.sv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svg"/><Relationship Id="rId3" Type="http://schemas.openxmlformats.org/officeDocument/2006/relationships/image" Target="../media/image6.svg"/><Relationship Id="rId4" Type="http://schemas.openxmlformats.org/officeDocument/2006/relationships/image" Target="../media/image17.svg"/><Relationship Id="rId5" Type="http://schemas.openxmlformats.org/officeDocument/2006/relationships/image" Target="../media/image15.sv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svg"/><Relationship Id="rId3" Type="http://schemas.openxmlformats.org/officeDocument/2006/relationships/image" Target="../media/image6.svg"/><Relationship Id="rId4" Type="http://schemas.openxmlformats.org/officeDocument/2006/relationships/image" Target="../media/image17.svg"/><Relationship Id="rId5" Type="http://schemas.openxmlformats.org/officeDocument/2006/relationships/image" Target="../media/image15.sv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svg"/><Relationship Id="rId3" Type="http://schemas.openxmlformats.org/officeDocument/2006/relationships/image" Target="../media/image6.svg"/><Relationship Id="rId4" Type="http://schemas.openxmlformats.org/officeDocument/2006/relationships/image" Target="../media/image17.svg"/><Relationship Id="rId5" Type="http://schemas.openxmlformats.org/officeDocument/2006/relationships/image" Target="../media/image15.sv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svg"/><Relationship Id="rId3" Type="http://schemas.openxmlformats.org/officeDocument/2006/relationships/image" Target="../media/image5.svg"/><Relationship Id="rId4" Type="http://schemas.openxmlformats.org/officeDocument/2006/relationships/image" Target="../media/image6.sv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svg"/><Relationship Id="rId3" Type="http://schemas.openxmlformats.org/officeDocument/2006/relationships/image" Target="../media/image5.svg"/><Relationship Id="rId4" Type="http://schemas.openxmlformats.org/officeDocument/2006/relationships/image" Target="../media/image6.sv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svg"/><Relationship Id="rId3" Type="http://schemas.openxmlformats.org/officeDocument/2006/relationships/image" Target="../media/image6.svg"/><Relationship Id="rId4" Type="http://schemas.openxmlformats.org/officeDocument/2006/relationships/image" Target="../media/image17.sv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svg"/><Relationship Id="rId3" Type="http://schemas.openxmlformats.org/officeDocument/2006/relationships/image" Target="../media/image6.svg"/><Relationship Id="rId4" Type="http://schemas.openxmlformats.org/officeDocument/2006/relationships/image" Target="../media/image17.sv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svg"/><Relationship Id="rId3" Type="http://schemas.openxmlformats.org/officeDocument/2006/relationships/image" Target="../media/image6.svg"/><Relationship Id="rId4" Type="http://schemas.openxmlformats.org/officeDocument/2006/relationships/image" Target="../media/image17.sv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svg"/><Relationship Id="rId3" Type="http://schemas.openxmlformats.org/officeDocument/2006/relationships/image" Target="../media/image6.svg"/><Relationship Id="rId4" Type="http://schemas.openxmlformats.org/officeDocument/2006/relationships/image" Target="../media/image17.sv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svg"/><Relationship Id="rId3" Type="http://schemas.openxmlformats.org/officeDocument/2006/relationships/image" Target="../media/image5.svg"/><Relationship Id="rId4" Type="http://schemas.openxmlformats.org/officeDocument/2006/relationships/image" Target="../media/image6.sv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svg"/><Relationship Id="rId3" Type="http://schemas.openxmlformats.org/officeDocument/2006/relationships/image" Target="../media/image5.svg"/><Relationship Id="rId4" Type="http://schemas.openxmlformats.org/officeDocument/2006/relationships/image" Target="../media/image6.sv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svg"/><Relationship Id="rId3" Type="http://schemas.openxmlformats.org/officeDocument/2006/relationships/image" Target="../media/image5.svg"/><Relationship Id="rId4" Type="http://schemas.openxmlformats.org/officeDocument/2006/relationships/image" Target="../media/image6.sv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svg"/><Relationship Id="rId3" Type="http://schemas.openxmlformats.org/officeDocument/2006/relationships/image" Target="../media/image5.svg"/><Relationship Id="rId4" Type="http://schemas.openxmlformats.org/officeDocument/2006/relationships/image" Target="../media/image6.sv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svg"/><Relationship Id="rId3" Type="http://schemas.openxmlformats.org/officeDocument/2006/relationships/image" Target="../media/image5.svg"/><Relationship Id="rId4" Type="http://schemas.openxmlformats.org/officeDocument/2006/relationships/image" Target="../media/image6.sv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svg"/><Relationship Id="rId3" Type="http://schemas.openxmlformats.org/officeDocument/2006/relationships/image" Target="../media/image5.svg"/><Relationship Id="rId4" Type="http://schemas.openxmlformats.org/officeDocument/2006/relationships/image" Target="../media/image6.sv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svg"/><Relationship Id="rId3" Type="http://schemas.openxmlformats.org/officeDocument/2006/relationships/image" Target="../media/image5.svg"/><Relationship Id="rId4" Type="http://schemas.openxmlformats.org/officeDocument/2006/relationships/image" Target="../media/image6.sv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svg"/><Relationship Id="rId3" Type="http://schemas.openxmlformats.org/officeDocument/2006/relationships/image" Target="../media/image5.svg"/><Relationship Id="rId4" Type="http://schemas.openxmlformats.org/officeDocument/2006/relationships/image" Target="../media/image6.sv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svg"/><Relationship Id="rId3" Type="http://schemas.openxmlformats.org/officeDocument/2006/relationships/image" Target="../media/image5.svg"/><Relationship Id="rId4" Type="http://schemas.openxmlformats.org/officeDocument/2006/relationships/image" Target="../media/image6.sv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svg"/><Relationship Id="rId3" Type="http://schemas.openxmlformats.org/officeDocument/2006/relationships/image" Target="../media/image5.svg"/><Relationship Id="rId4" Type="http://schemas.openxmlformats.org/officeDocument/2006/relationships/image" Target="../media/image6.sv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svg"/><Relationship Id="rId3" Type="http://schemas.openxmlformats.org/officeDocument/2006/relationships/image" Target="../media/image5.svg"/><Relationship Id="rId4" Type="http://schemas.openxmlformats.org/officeDocument/2006/relationships/image" Target="../media/image6.sv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svg"/><Relationship Id="rId3" Type="http://schemas.openxmlformats.org/officeDocument/2006/relationships/image" Target="../media/image5.svg"/><Relationship Id="rId4" Type="http://schemas.openxmlformats.org/officeDocument/2006/relationships/image" Target="../media/image6.sv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svg"/><Relationship Id="rId3" Type="http://schemas.openxmlformats.org/officeDocument/2006/relationships/image" Target="../media/image5.svg"/><Relationship Id="rId4" Type="http://schemas.openxmlformats.org/officeDocument/2006/relationships/image" Target="../media/image6.sv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svg"/><Relationship Id="rId3" Type="http://schemas.openxmlformats.org/officeDocument/2006/relationships/image" Target="../media/image5.svg"/><Relationship Id="rId4" Type="http://schemas.openxmlformats.org/officeDocument/2006/relationships/image" Target="../media/image6.sv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svg"/><Relationship Id="rId3" Type="http://schemas.openxmlformats.org/officeDocument/2006/relationships/image" Target="../media/image5.svg"/><Relationship Id="rId4" Type="http://schemas.openxmlformats.org/officeDocument/2006/relationships/image" Target="../media/image6.sv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svg"/><Relationship Id="rId3" Type="http://schemas.openxmlformats.org/officeDocument/2006/relationships/image" Target="../media/image5.svg"/><Relationship Id="rId4" Type="http://schemas.openxmlformats.org/officeDocument/2006/relationships/image" Target="../media/image6.sv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hyperlink" Target="http://www.prodapt.com/" TargetMode="Externa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 with one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" name="Graphic 66">
            <a:extLst>
              <a:ext uri="{FF2B5EF4-FFF2-40B4-BE49-F238E27FC236}">
                <a16:creationId xmlns:a16="http://schemas.microsoft.com/office/drawing/2014/main" id="{A587C1F0-46B3-23E7-EBF9-966B31DA414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057650" y="4101373"/>
            <a:ext cx="5086350" cy="1042128"/>
          </a:xfrm>
          <a:prstGeom prst="rect">
            <a:avLst/>
          </a:prstGeom>
        </p:spPr>
      </p:pic>
      <p:pic>
        <p:nvPicPr>
          <p:cNvPr id="68" name="Graphic 67">
            <a:extLst>
              <a:ext uri="{FF2B5EF4-FFF2-40B4-BE49-F238E27FC236}">
                <a16:creationId xmlns:a16="http://schemas.microsoft.com/office/drawing/2014/main" id="{5C8E3F1B-CE5F-6331-821A-B385D603866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57650" y="0"/>
            <a:ext cx="5086350" cy="205740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A625A998-1010-DC01-3667-136E3E0F6D9C}"/>
              </a:ext>
            </a:extLst>
          </p:cNvPr>
          <p:cNvSpPr/>
          <p:nvPr/>
        </p:nvSpPr>
        <p:spPr>
          <a:xfrm>
            <a:off x="15" y="1"/>
            <a:ext cx="4082129" cy="514349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1013"/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4C829B0B-9C70-02E4-7B3B-1E3215B635C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5" y="0"/>
            <a:ext cx="4084264" cy="5143501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FD4E73F8-1C66-6F1E-BCBC-23683583F238}"/>
              </a:ext>
            </a:extLst>
          </p:cNvPr>
          <p:cNvSpPr/>
          <p:nvPr/>
        </p:nvSpPr>
        <p:spPr>
          <a:xfrm>
            <a:off x="16" y="2059781"/>
            <a:ext cx="4153973" cy="102393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1013"/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770B66F3-A1B9-99B2-C607-44CBA45590F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697008" y="2121627"/>
            <a:ext cx="3933037" cy="1015663"/>
          </a:xfrm>
          <a:prstGeom prst="rect">
            <a:avLst/>
          </a:prstGeom>
        </p:spPr>
        <p:txBody>
          <a:bodyPr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000">
                <a:solidFill>
                  <a:schemeClr val="tx1"/>
                </a:solidFill>
              </a:defRPr>
            </a:lvl1pPr>
            <a:lvl2pPr marL="342900" indent="0">
              <a:buNone/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Title of the Presentation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E12A8A43-CF9E-4F0D-9754-4BFB6ECDE49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697008" y="3136013"/>
            <a:ext cx="3933037" cy="341632"/>
          </a:xfrm>
          <a:prstGeom prst="rect">
            <a:avLst/>
          </a:prstGeom>
        </p:spPr>
        <p:txBody>
          <a:bodyPr anchor="t">
            <a:spAutoFit/>
          </a:bodyPr>
          <a:lstStyle>
            <a:lvl1pPr marL="0" indent="0">
              <a:buNone/>
              <a:defRPr sz="1800">
                <a:solidFill>
                  <a:srgbClr val="FF0000"/>
                </a:solidFill>
              </a:defRPr>
            </a:lvl1pPr>
            <a:lvl2pPr marL="342900" indent="0">
              <a:buNone/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Subtitle of the Presentation</a:t>
            </a:r>
          </a:p>
        </p:txBody>
      </p:sp>
      <p:grpSp>
        <p:nvGrpSpPr>
          <p:cNvPr id="16" name="Picture 7">
            <a:extLst>
              <a:ext uri="{FF2B5EF4-FFF2-40B4-BE49-F238E27FC236}">
                <a16:creationId xmlns:a16="http://schemas.microsoft.com/office/drawing/2014/main" id="{5C258A24-71A1-313C-1CB6-F358ECFBBCA3}"/>
              </a:ext>
            </a:extLst>
          </p:cNvPr>
          <p:cNvGrpSpPr/>
          <p:nvPr/>
        </p:nvGrpSpPr>
        <p:grpSpPr>
          <a:xfrm>
            <a:off x="1322857" y="2359960"/>
            <a:ext cx="1508290" cy="424362"/>
            <a:chOff x="2634152" y="664510"/>
            <a:chExt cx="2389659" cy="672341"/>
          </a:xfrm>
          <a:solidFill>
            <a:srgbClr val="EB262A"/>
          </a:solidFill>
        </p:grpSpPr>
        <p:grpSp>
          <p:nvGrpSpPr>
            <p:cNvPr id="17" name="Picture 7">
              <a:extLst>
                <a:ext uri="{FF2B5EF4-FFF2-40B4-BE49-F238E27FC236}">
                  <a16:creationId xmlns:a16="http://schemas.microsoft.com/office/drawing/2014/main" id="{F5841412-9FAD-4149-5BCE-5E736DB59F1C}"/>
                </a:ext>
              </a:extLst>
            </p:cNvPr>
            <p:cNvGrpSpPr/>
            <p:nvPr/>
          </p:nvGrpSpPr>
          <p:grpSpPr>
            <a:xfrm>
              <a:off x="2634152" y="664510"/>
              <a:ext cx="2230129" cy="672341"/>
              <a:chOff x="2634152" y="664510"/>
              <a:chExt cx="2230129" cy="672341"/>
            </a:xfrm>
            <a:solidFill>
              <a:srgbClr val="EB262A"/>
            </a:solidFill>
          </p:grpSpPr>
          <p:sp>
            <p:nvSpPr>
              <p:cNvPr id="19" name="Freeform: Shape 18">
                <a:extLst>
                  <a:ext uri="{FF2B5EF4-FFF2-40B4-BE49-F238E27FC236}">
                    <a16:creationId xmlns:a16="http://schemas.microsoft.com/office/drawing/2014/main" id="{35152B63-F8FD-3ACB-E07F-F3CC480399E4}"/>
                  </a:ext>
                </a:extLst>
              </p:cNvPr>
              <p:cNvSpPr/>
              <p:nvPr/>
            </p:nvSpPr>
            <p:spPr>
              <a:xfrm>
                <a:off x="2634152" y="664510"/>
                <a:ext cx="398847" cy="525915"/>
              </a:xfrm>
              <a:custGeom>
                <a:avLst/>
                <a:gdLst>
                  <a:gd name="connsiteX0" fmla="*/ 0 w 398847"/>
                  <a:gd name="connsiteY0" fmla="*/ 0 h 525915"/>
                  <a:gd name="connsiteX1" fmla="*/ 219917 w 398847"/>
                  <a:gd name="connsiteY1" fmla="*/ 0 h 525915"/>
                  <a:gd name="connsiteX2" fmla="*/ 287155 w 398847"/>
                  <a:gd name="connsiteY2" fmla="*/ 7109 h 525915"/>
                  <a:gd name="connsiteX3" fmla="*/ 344415 w 398847"/>
                  <a:gd name="connsiteY3" fmla="*/ 31906 h 525915"/>
                  <a:gd name="connsiteX4" fmla="*/ 384030 w 398847"/>
                  <a:gd name="connsiteY4" fmla="*/ 79187 h 525915"/>
                  <a:gd name="connsiteX5" fmla="*/ 398848 w 398847"/>
                  <a:gd name="connsiteY5" fmla="*/ 153278 h 525915"/>
                  <a:gd name="connsiteX6" fmla="*/ 348911 w 398847"/>
                  <a:gd name="connsiteY6" fmla="*/ 274650 h 525915"/>
                  <a:gd name="connsiteX7" fmla="*/ 201415 w 398847"/>
                  <a:gd name="connsiteY7" fmla="*/ 315678 h 525915"/>
                  <a:gd name="connsiteX8" fmla="*/ 68438 w 398847"/>
                  <a:gd name="connsiteY8" fmla="*/ 315678 h 525915"/>
                  <a:gd name="connsiteX9" fmla="*/ 68438 w 398847"/>
                  <a:gd name="connsiteY9" fmla="*/ 525916 h 525915"/>
                  <a:gd name="connsiteX10" fmla="*/ 86 w 398847"/>
                  <a:gd name="connsiteY10" fmla="*/ 525916 h 525915"/>
                  <a:gd name="connsiteX11" fmla="*/ 86 w 398847"/>
                  <a:gd name="connsiteY11" fmla="*/ 0 h 525915"/>
                  <a:gd name="connsiteX12" fmla="*/ 68352 w 398847"/>
                  <a:gd name="connsiteY12" fmla="*/ 252380 h 525915"/>
                  <a:gd name="connsiteX13" fmla="*/ 202229 w 398847"/>
                  <a:gd name="connsiteY13" fmla="*/ 252380 h 525915"/>
                  <a:gd name="connsiteX14" fmla="*/ 298633 w 398847"/>
                  <a:gd name="connsiteY14" fmla="*/ 227454 h 525915"/>
                  <a:gd name="connsiteX15" fmla="*/ 326941 w 398847"/>
                  <a:gd name="connsiteY15" fmla="*/ 155548 h 525915"/>
                  <a:gd name="connsiteX16" fmla="*/ 317776 w 398847"/>
                  <a:gd name="connsiteY16" fmla="*/ 110537 h 525915"/>
                  <a:gd name="connsiteX17" fmla="*/ 292337 w 398847"/>
                  <a:gd name="connsiteY17" fmla="*/ 81928 h 525915"/>
                  <a:gd name="connsiteX18" fmla="*/ 254264 w 398847"/>
                  <a:gd name="connsiteY18" fmla="*/ 66939 h 525915"/>
                  <a:gd name="connsiteX19" fmla="*/ 207925 w 398847"/>
                  <a:gd name="connsiteY19" fmla="*/ 62699 h 525915"/>
                  <a:gd name="connsiteX20" fmla="*/ 68395 w 398847"/>
                  <a:gd name="connsiteY20" fmla="*/ 62699 h 525915"/>
                  <a:gd name="connsiteX21" fmla="*/ 68395 w 398847"/>
                  <a:gd name="connsiteY21" fmla="*/ 252422 h 5259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398847" h="525915">
                    <a:moveTo>
                      <a:pt x="0" y="0"/>
                    </a:moveTo>
                    <a:lnTo>
                      <a:pt x="219917" y="0"/>
                    </a:lnTo>
                    <a:cubicBezTo>
                      <a:pt x="243086" y="0"/>
                      <a:pt x="265484" y="2398"/>
                      <a:pt x="287155" y="7109"/>
                    </a:cubicBezTo>
                    <a:cubicBezTo>
                      <a:pt x="308783" y="11863"/>
                      <a:pt x="327883" y="20129"/>
                      <a:pt x="344415" y="31906"/>
                    </a:cubicBezTo>
                    <a:cubicBezTo>
                      <a:pt x="360946" y="43684"/>
                      <a:pt x="374137" y="59444"/>
                      <a:pt x="384030" y="79187"/>
                    </a:cubicBezTo>
                    <a:cubicBezTo>
                      <a:pt x="393880" y="98930"/>
                      <a:pt x="398848" y="123642"/>
                      <a:pt x="398848" y="153278"/>
                    </a:cubicBezTo>
                    <a:cubicBezTo>
                      <a:pt x="398848" y="206812"/>
                      <a:pt x="382188" y="247283"/>
                      <a:pt x="348911" y="274650"/>
                    </a:cubicBezTo>
                    <a:cubicBezTo>
                      <a:pt x="315635" y="301973"/>
                      <a:pt x="266469" y="315678"/>
                      <a:pt x="201415" y="315678"/>
                    </a:cubicBezTo>
                    <a:lnTo>
                      <a:pt x="68438" y="315678"/>
                    </a:lnTo>
                    <a:lnTo>
                      <a:pt x="68438" y="525916"/>
                    </a:lnTo>
                    <a:lnTo>
                      <a:pt x="86" y="525916"/>
                    </a:lnTo>
                    <a:lnTo>
                      <a:pt x="86" y="0"/>
                    </a:lnTo>
                    <a:close/>
                    <a:moveTo>
                      <a:pt x="68352" y="252380"/>
                    </a:moveTo>
                    <a:lnTo>
                      <a:pt x="202229" y="252380"/>
                    </a:lnTo>
                    <a:cubicBezTo>
                      <a:pt x="247626" y="252380"/>
                      <a:pt x="279746" y="244071"/>
                      <a:pt x="298633" y="227454"/>
                    </a:cubicBezTo>
                    <a:cubicBezTo>
                      <a:pt x="317519" y="210837"/>
                      <a:pt x="326941" y="186854"/>
                      <a:pt x="326941" y="155548"/>
                    </a:cubicBezTo>
                    <a:cubicBezTo>
                      <a:pt x="326941" y="137432"/>
                      <a:pt x="323900" y="122400"/>
                      <a:pt x="317776" y="110537"/>
                    </a:cubicBezTo>
                    <a:cubicBezTo>
                      <a:pt x="311695" y="98631"/>
                      <a:pt x="303172" y="89123"/>
                      <a:pt x="292337" y="81928"/>
                    </a:cubicBezTo>
                    <a:cubicBezTo>
                      <a:pt x="281459" y="74776"/>
                      <a:pt x="268782" y="69765"/>
                      <a:pt x="254264" y="66939"/>
                    </a:cubicBezTo>
                    <a:cubicBezTo>
                      <a:pt x="239745" y="64112"/>
                      <a:pt x="224285" y="62699"/>
                      <a:pt x="207925" y="62699"/>
                    </a:cubicBezTo>
                    <a:lnTo>
                      <a:pt x="68395" y="62699"/>
                    </a:lnTo>
                    <a:lnTo>
                      <a:pt x="68395" y="252422"/>
                    </a:lnTo>
                    <a:close/>
                  </a:path>
                </a:pathLst>
              </a:custGeom>
              <a:solidFill>
                <a:srgbClr val="EB262A"/>
              </a:solidFill>
              <a:ln w="223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20" name="Freeform: Shape 19">
                <a:extLst>
                  <a:ext uri="{FF2B5EF4-FFF2-40B4-BE49-F238E27FC236}">
                    <a16:creationId xmlns:a16="http://schemas.microsoft.com/office/drawing/2014/main" id="{9D32B5B6-5CA4-F7D5-7839-4ED97568A0F1}"/>
                  </a:ext>
                </a:extLst>
              </p:cNvPr>
              <p:cNvSpPr/>
              <p:nvPr/>
            </p:nvSpPr>
            <p:spPr>
              <a:xfrm>
                <a:off x="3068332" y="801256"/>
                <a:ext cx="198246" cy="389083"/>
              </a:xfrm>
              <a:custGeom>
                <a:avLst/>
                <a:gdLst>
                  <a:gd name="connsiteX0" fmla="*/ 198246 w 198246"/>
                  <a:gd name="connsiteY0" fmla="*/ 70622 h 389083"/>
                  <a:gd name="connsiteX1" fmla="*/ 156661 w 198246"/>
                  <a:gd name="connsiteY1" fmla="*/ 66082 h 389083"/>
                  <a:gd name="connsiteX2" fmla="*/ 68352 w 198246"/>
                  <a:gd name="connsiteY2" fmla="*/ 120087 h 389083"/>
                  <a:gd name="connsiteX3" fmla="*/ 68352 w 198246"/>
                  <a:gd name="connsiteY3" fmla="*/ 389084 h 389083"/>
                  <a:gd name="connsiteX4" fmla="*/ 0 w 198246"/>
                  <a:gd name="connsiteY4" fmla="*/ 389084 h 389083"/>
                  <a:gd name="connsiteX5" fmla="*/ 0 w 198246"/>
                  <a:gd name="connsiteY5" fmla="*/ 7966 h 389083"/>
                  <a:gd name="connsiteX6" fmla="*/ 68352 w 198246"/>
                  <a:gd name="connsiteY6" fmla="*/ 7966 h 389083"/>
                  <a:gd name="connsiteX7" fmla="*/ 68352 w 198246"/>
                  <a:gd name="connsiteY7" fmla="*/ 62099 h 389083"/>
                  <a:gd name="connsiteX8" fmla="*/ 167453 w 198246"/>
                  <a:gd name="connsiteY8" fmla="*/ 0 h 389083"/>
                  <a:gd name="connsiteX9" fmla="*/ 182272 w 198246"/>
                  <a:gd name="connsiteY9" fmla="*/ 557 h 389083"/>
                  <a:gd name="connsiteX10" fmla="*/ 198246 w 198246"/>
                  <a:gd name="connsiteY10" fmla="*/ 2827 h 389083"/>
                  <a:gd name="connsiteX11" fmla="*/ 198246 w 198246"/>
                  <a:gd name="connsiteY11" fmla="*/ 70622 h 38908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198246" h="389083">
                    <a:moveTo>
                      <a:pt x="198246" y="70622"/>
                    </a:moveTo>
                    <a:cubicBezTo>
                      <a:pt x="187240" y="67581"/>
                      <a:pt x="173364" y="66082"/>
                      <a:pt x="156661" y="66082"/>
                    </a:cubicBezTo>
                    <a:cubicBezTo>
                      <a:pt x="122485" y="66082"/>
                      <a:pt x="93063" y="84112"/>
                      <a:pt x="68352" y="120087"/>
                    </a:cubicBezTo>
                    <a:lnTo>
                      <a:pt x="68352" y="389084"/>
                    </a:lnTo>
                    <a:lnTo>
                      <a:pt x="0" y="389084"/>
                    </a:lnTo>
                    <a:lnTo>
                      <a:pt x="0" y="7966"/>
                    </a:lnTo>
                    <a:lnTo>
                      <a:pt x="68352" y="7966"/>
                    </a:lnTo>
                    <a:lnTo>
                      <a:pt x="68352" y="62099"/>
                    </a:lnTo>
                    <a:cubicBezTo>
                      <a:pt x="95675" y="20728"/>
                      <a:pt x="128738" y="0"/>
                      <a:pt x="167453" y="0"/>
                    </a:cubicBezTo>
                    <a:cubicBezTo>
                      <a:pt x="172379" y="0"/>
                      <a:pt x="177304" y="214"/>
                      <a:pt x="182272" y="557"/>
                    </a:cubicBezTo>
                    <a:cubicBezTo>
                      <a:pt x="187197" y="942"/>
                      <a:pt x="192550" y="1713"/>
                      <a:pt x="198246" y="2827"/>
                    </a:cubicBezTo>
                    <a:lnTo>
                      <a:pt x="198246" y="70622"/>
                    </a:lnTo>
                    <a:close/>
                  </a:path>
                </a:pathLst>
              </a:custGeom>
              <a:solidFill>
                <a:srgbClr val="EB262A"/>
              </a:solidFill>
              <a:ln w="223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21" name="Freeform: Shape 20">
                <a:extLst>
                  <a:ext uri="{FF2B5EF4-FFF2-40B4-BE49-F238E27FC236}">
                    <a16:creationId xmlns:a16="http://schemas.microsoft.com/office/drawing/2014/main" id="{F26C247B-039F-61DA-161A-3A22A5D07FA2}"/>
                  </a:ext>
                </a:extLst>
              </p:cNvPr>
              <p:cNvSpPr/>
              <p:nvPr/>
            </p:nvSpPr>
            <p:spPr>
              <a:xfrm>
                <a:off x="3242723" y="801256"/>
                <a:ext cx="356620" cy="398291"/>
              </a:xfrm>
              <a:custGeom>
                <a:avLst/>
                <a:gdLst>
                  <a:gd name="connsiteX0" fmla="*/ 177732 w 356620"/>
                  <a:gd name="connsiteY0" fmla="*/ 0 h 398291"/>
                  <a:gd name="connsiteX1" fmla="*/ 251780 w 356620"/>
                  <a:gd name="connsiteY1" fmla="*/ 13405 h 398291"/>
                  <a:gd name="connsiteX2" fmla="*/ 308183 w 356620"/>
                  <a:gd name="connsiteY2" fmla="*/ 52120 h 398291"/>
                  <a:gd name="connsiteX3" fmla="*/ 344072 w 356620"/>
                  <a:gd name="connsiteY3" fmla="*/ 114519 h 398291"/>
                  <a:gd name="connsiteX4" fmla="*/ 356620 w 356620"/>
                  <a:gd name="connsiteY4" fmla="*/ 198846 h 398291"/>
                  <a:gd name="connsiteX5" fmla="*/ 343515 w 356620"/>
                  <a:gd name="connsiteY5" fmla="*/ 284885 h 398291"/>
                  <a:gd name="connsiteX6" fmla="*/ 306770 w 356620"/>
                  <a:gd name="connsiteY6" fmla="*/ 347284 h 398291"/>
                  <a:gd name="connsiteX7" fmla="*/ 250367 w 356620"/>
                  <a:gd name="connsiteY7" fmla="*/ 385486 h 398291"/>
                  <a:gd name="connsiteX8" fmla="*/ 177732 w 356620"/>
                  <a:gd name="connsiteY8" fmla="*/ 398291 h 398291"/>
                  <a:gd name="connsiteX9" fmla="*/ 105654 w 356620"/>
                  <a:gd name="connsiteY9" fmla="*/ 385486 h 398291"/>
                  <a:gd name="connsiteX10" fmla="*/ 49251 w 356620"/>
                  <a:gd name="connsiteY10" fmla="*/ 347284 h 398291"/>
                  <a:gd name="connsiteX11" fmla="*/ 12805 w 356620"/>
                  <a:gd name="connsiteY11" fmla="*/ 284885 h 398291"/>
                  <a:gd name="connsiteX12" fmla="*/ 0 w 356620"/>
                  <a:gd name="connsiteY12" fmla="*/ 198846 h 398291"/>
                  <a:gd name="connsiteX13" fmla="*/ 12805 w 356620"/>
                  <a:gd name="connsiteY13" fmla="*/ 113106 h 398291"/>
                  <a:gd name="connsiteX14" fmla="*/ 49251 w 356620"/>
                  <a:gd name="connsiteY14" fmla="*/ 50707 h 398291"/>
                  <a:gd name="connsiteX15" fmla="*/ 105654 w 356620"/>
                  <a:gd name="connsiteY15" fmla="*/ 12805 h 398291"/>
                  <a:gd name="connsiteX16" fmla="*/ 177732 w 356620"/>
                  <a:gd name="connsiteY16" fmla="*/ 0 h 398291"/>
                  <a:gd name="connsiteX17" fmla="*/ 177732 w 356620"/>
                  <a:gd name="connsiteY17" fmla="*/ 345229 h 398291"/>
                  <a:gd name="connsiteX18" fmla="*/ 257604 w 356620"/>
                  <a:gd name="connsiteY18" fmla="*/ 308355 h 398291"/>
                  <a:gd name="connsiteX19" fmla="*/ 287112 w 356620"/>
                  <a:gd name="connsiteY19" fmla="*/ 198846 h 398291"/>
                  <a:gd name="connsiteX20" fmla="*/ 279103 w 356620"/>
                  <a:gd name="connsiteY20" fmla="*/ 134220 h 398291"/>
                  <a:gd name="connsiteX21" fmla="*/ 256491 w 356620"/>
                  <a:gd name="connsiteY21" fmla="*/ 88481 h 398291"/>
                  <a:gd name="connsiteX22" fmla="*/ 221844 w 356620"/>
                  <a:gd name="connsiteY22" fmla="*/ 61029 h 398291"/>
                  <a:gd name="connsiteX23" fmla="*/ 177732 w 356620"/>
                  <a:gd name="connsiteY23" fmla="*/ 51864 h 398291"/>
                  <a:gd name="connsiteX24" fmla="*/ 133063 w 356620"/>
                  <a:gd name="connsiteY24" fmla="*/ 61585 h 398291"/>
                  <a:gd name="connsiteX25" fmla="*/ 98673 w 356620"/>
                  <a:gd name="connsiteY25" fmla="*/ 89894 h 398291"/>
                  <a:gd name="connsiteX26" fmla="*/ 76318 w 356620"/>
                  <a:gd name="connsiteY26" fmla="*/ 135933 h 398291"/>
                  <a:gd name="connsiteX27" fmla="*/ 68309 w 356620"/>
                  <a:gd name="connsiteY27" fmla="*/ 198846 h 398291"/>
                  <a:gd name="connsiteX28" fmla="*/ 97774 w 356620"/>
                  <a:gd name="connsiteY28" fmla="*/ 307798 h 398291"/>
                  <a:gd name="connsiteX29" fmla="*/ 177689 w 356620"/>
                  <a:gd name="connsiteY29" fmla="*/ 345229 h 3982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</a:cxnLst>
                <a:rect l="l" t="t" r="r" b="b"/>
                <a:pathLst>
                  <a:path w="356620" h="398291">
                    <a:moveTo>
                      <a:pt x="177732" y="0"/>
                    </a:moveTo>
                    <a:cubicBezTo>
                      <a:pt x="205056" y="0"/>
                      <a:pt x="229767" y="4454"/>
                      <a:pt x="251780" y="13405"/>
                    </a:cubicBezTo>
                    <a:cubicBezTo>
                      <a:pt x="273793" y="22313"/>
                      <a:pt x="292594" y="35247"/>
                      <a:pt x="308183" y="52120"/>
                    </a:cubicBezTo>
                    <a:cubicBezTo>
                      <a:pt x="323772" y="69037"/>
                      <a:pt x="335721" y="89808"/>
                      <a:pt x="344072" y="114519"/>
                    </a:cubicBezTo>
                    <a:cubicBezTo>
                      <a:pt x="352423" y="139188"/>
                      <a:pt x="356620" y="167325"/>
                      <a:pt x="356620" y="198846"/>
                    </a:cubicBezTo>
                    <a:cubicBezTo>
                      <a:pt x="356620" y="230367"/>
                      <a:pt x="352252" y="260174"/>
                      <a:pt x="343515" y="284885"/>
                    </a:cubicBezTo>
                    <a:cubicBezTo>
                      <a:pt x="334778" y="309554"/>
                      <a:pt x="322530" y="330368"/>
                      <a:pt x="306770" y="347284"/>
                    </a:cubicBezTo>
                    <a:cubicBezTo>
                      <a:pt x="291009" y="364201"/>
                      <a:pt x="272208" y="376921"/>
                      <a:pt x="250367" y="385486"/>
                    </a:cubicBezTo>
                    <a:cubicBezTo>
                      <a:pt x="228525" y="394009"/>
                      <a:pt x="204328" y="398291"/>
                      <a:pt x="177732" y="398291"/>
                    </a:cubicBezTo>
                    <a:cubicBezTo>
                      <a:pt x="151136" y="398291"/>
                      <a:pt x="127496" y="394009"/>
                      <a:pt x="105654" y="385486"/>
                    </a:cubicBezTo>
                    <a:cubicBezTo>
                      <a:pt x="83812" y="376921"/>
                      <a:pt x="65011" y="364201"/>
                      <a:pt x="49251" y="347284"/>
                    </a:cubicBezTo>
                    <a:cubicBezTo>
                      <a:pt x="33491" y="330368"/>
                      <a:pt x="21328" y="309597"/>
                      <a:pt x="12805" y="284885"/>
                    </a:cubicBezTo>
                    <a:cubicBezTo>
                      <a:pt x="4283" y="260174"/>
                      <a:pt x="0" y="231523"/>
                      <a:pt x="0" y="198846"/>
                    </a:cubicBezTo>
                    <a:cubicBezTo>
                      <a:pt x="0" y="166169"/>
                      <a:pt x="4283" y="137989"/>
                      <a:pt x="12805" y="113106"/>
                    </a:cubicBezTo>
                    <a:cubicBezTo>
                      <a:pt x="21328" y="88224"/>
                      <a:pt x="33491" y="67453"/>
                      <a:pt x="49251" y="50707"/>
                    </a:cubicBezTo>
                    <a:cubicBezTo>
                      <a:pt x="65011" y="34005"/>
                      <a:pt x="83812" y="21371"/>
                      <a:pt x="105654" y="12805"/>
                    </a:cubicBezTo>
                    <a:cubicBezTo>
                      <a:pt x="127496" y="4283"/>
                      <a:pt x="151522" y="0"/>
                      <a:pt x="177732" y="0"/>
                    </a:cubicBezTo>
                    <a:close/>
                    <a:moveTo>
                      <a:pt x="177732" y="345229"/>
                    </a:moveTo>
                    <a:cubicBezTo>
                      <a:pt x="211308" y="345229"/>
                      <a:pt x="237947" y="332937"/>
                      <a:pt x="257604" y="308355"/>
                    </a:cubicBezTo>
                    <a:cubicBezTo>
                      <a:pt x="277262" y="283772"/>
                      <a:pt x="287112" y="247240"/>
                      <a:pt x="287112" y="198846"/>
                    </a:cubicBezTo>
                    <a:cubicBezTo>
                      <a:pt x="287112" y="174049"/>
                      <a:pt x="284414" y="152507"/>
                      <a:pt x="279103" y="134220"/>
                    </a:cubicBezTo>
                    <a:cubicBezTo>
                      <a:pt x="273750" y="115933"/>
                      <a:pt x="266213" y="100686"/>
                      <a:pt x="256491" y="88481"/>
                    </a:cubicBezTo>
                    <a:cubicBezTo>
                      <a:pt x="246769" y="76275"/>
                      <a:pt x="235206" y="67153"/>
                      <a:pt x="221844" y="61029"/>
                    </a:cubicBezTo>
                    <a:cubicBezTo>
                      <a:pt x="208482" y="54947"/>
                      <a:pt x="193749" y="51864"/>
                      <a:pt x="177732" y="51864"/>
                    </a:cubicBezTo>
                    <a:cubicBezTo>
                      <a:pt x="161715" y="51864"/>
                      <a:pt x="146425" y="55118"/>
                      <a:pt x="133063" y="61585"/>
                    </a:cubicBezTo>
                    <a:cubicBezTo>
                      <a:pt x="119659" y="68052"/>
                      <a:pt x="108224" y="77517"/>
                      <a:pt x="98673" y="89894"/>
                    </a:cubicBezTo>
                    <a:cubicBezTo>
                      <a:pt x="89123" y="102271"/>
                      <a:pt x="81671" y="117646"/>
                      <a:pt x="76318" y="135933"/>
                    </a:cubicBezTo>
                    <a:cubicBezTo>
                      <a:pt x="70964" y="154220"/>
                      <a:pt x="68309" y="175205"/>
                      <a:pt x="68309" y="198846"/>
                    </a:cubicBezTo>
                    <a:cubicBezTo>
                      <a:pt x="68309" y="246512"/>
                      <a:pt x="78116" y="282830"/>
                      <a:pt x="97774" y="307798"/>
                    </a:cubicBezTo>
                    <a:cubicBezTo>
                      <a:pt x="117432" y="332766"/>
                      <a:pt x="144070" y="345229"/>
                      <a:pt x="177689" y="345229"/>
                    </a:cubicBezTo>
                    <a:close/>
                  </a:path>
                </a:pathLst>
              </a:custGeom>
              <a:solidFill>
                <a:srgbClr val="EB262A"/>
              </a:solidFill>
              <a:ln w="223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22" name="Freeform: Shape 21">
                <a:extLst>
                  <a:ext uri="{FF2B5EF4-FFF2-40B4-BE49-F238E27FC236}">
                    <a16:creationId xmlns:a16="http://schemas.microsoft.com/office/drawing/2014/main" id="{9546C129-00EC-ECA7-32E9-45A80D77CB00}"/>
                  </a:ext>
                </a:extLst>
              </p:cNvPr>
              <p:cNvSpPr/>
              <p:nvPr/>
            </p:nvSpPr>
            <p:spPr>
              <a:xfrm>
                <a:off x="3605125" y="664510"/>
                <a:ext cx="332123" cy="534995"/>
              </a:xfrm>
              <a:custGeom>
                <a:avLst/>
                <a:gdLst>
                  <a:gd name="connsiteX0" fmla="*/ 264328 w 332123"/>
                  <a:gd name="connsiteY0" fmla="*/ 480862 h 534995"/>
                  <a:gd name="connsiteX1" fmla="*/ 155719 w 332123"/>
                  <a:gd name="connsiteY1" fmla="*/ 534995 h 534995"/>
                  <a:gd name="connsiteX2" fmla="*/ 90065 w 332123"/>
                  <a:gd name="connsiteY2" fmla="*/ 521333 h 534995"/>
                  <a:gd name="connsiteX3" fmla="*/ 41200 w 332123"/>
                  <a:gd name="connsiteY3" fmla="*/ 482318 h 534995"/>
                  <a:gd name="connsiteX4" fmla="*/ 10493 w 332123"/>
                  <a:gd name="connsiteY4" fmla="*/ 420519 h 534995"/>
                  <a:gd name="connsiteX5" fmla="*/ 0 w 332123"/>
                  <a:gd name="connsiteY5" fmla="*/ 338462 h 534995"/>
                  <a:gd name="connsiteX6" fmla="*/ 11949 w 332123"/>
                  <a:gd name="connsiteY6" fmla="*/ 254435 h 534995"/>
                  <a:gd name="connsiteX7" fmla="*/ 45182 w 332123"/>
                  <a:gd name="connsiteY7" fmla="*/ 190923 h 534995"/>
                  <a:gd name="connsiteX8" fmla="*/ 95761 w 332123"/>
                  <a:gd name="connsiteY8" fmla="*/ 150751 h 534995"/>
                  <a:gd name="connsiteX9" fmla="*/ 160301 w 332123"/>
                  <a:gd name="connsiteY9" fmla="*/ 136790 h 534995"/>
                  <a:gd name="connsiteX10" fmla="*/ 264328 w 332123"/>
                  <a:gd name="connsiteY10" fmla="*/ 173835 h 534995"/>
                  <a:gd name="connsiteX11" fmla="*/ 264328 w 332123"/>
                  <a:gd name="connsiteY11" fmla="*/ 0 h 534995"/>
                  <a:gd name="connsiteX12" fmla="*/ 332123 w 332123"/>
                  <a:gd name="connsiteY12" fmla="*/ 0 h 534995"/>
                  <a:gd name="connsiteX13" fmla="*/ 332123 w 332123"/>
                  <a:gd name="connsiteY13" fmla="*/ 525873 h 534995"/>
                  <a:gd name="connsiteX14" fmla="*/ 264328 w 332123"/>
                  <a:gd name="connsiteY14" fmla="*/ 525873 h 534995"/>
                  <a:gd name="connsiteX15" fmla="*/ 264328 w 332123"/>
                  <a:gd name="connsiteY15" fmla="*/ 480862 h 534995"/>
                  <a:gd name="connsiteX16" fmla="*/ 264328 w 332123"/>
                  <a:gd name="connsiteY16" fmla="*/ 417649 h 534995"/>
                  <a:gd name="connsiteX17" fmla="*/ 264328 w 332123"/>
                  <a:gd name="connsiteY17" fmla="*/ 235120 h 534995"/>
                  <a:gd name="connsiteX18" fmla="*/ 164070 w 332123"/>
                  <a:gd name="connsiteY18" fmla="*/ 188610 h 534995"/>
                  <a:gd name="connsiteX19" fmla="*/ 94562 w 332123"/>
                  <a:gd name="connsiteY19" fmla="*/ 225784 h 534995"/>
                  <a:gd name="connsiteX20" fmla="*/ 68352 w 332123"/>
                  <a:gd name="connsiteY20" fmla="*/ 338462 h 534995"/>
                  <a:gd name="connsiteX21" fmla="*/ 93149 w 332123"/>
                  <a:gd name="connsiteY21" fmla="*/ 446001 h 534995"/>
                  <a:gd name="connsiteX22" fmla="*/ 161244 w 332123"/>
                  <a:gd name="connsiteY22" fmla="*/ 482018 h 534995"/>
                  <a:gd name="connsiteX23" fmla="*/ 264371 w 332123"/>
                  <a:gd name="connsiteY23" fmla="*/ 417649 h 5349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332123" h="534995">
                    <a:moveTo>
                      <a:pt x="264328" y="480862"/>
                    </a:moveTo>
                    <a:cubicBezTo>
                      <a:pt x="234007" y="516965"/>
                      <a:pt x="197818" y="534995"/>
                      <a:pt x="155719" y="534995"/>
                    </a:cubicBezTo>
                    <a:cubicBezTo>
                      <a:pt x="131093" y="534995"/>
                      <a:pt x="109209" y="530455"/>
                      <a:pt x="90065" y="521333"/>
                    </a:cubicBezTo>
                    <a:cubicBezTo>
                      <a:pt x="70921" y="512211"/>
                      <a:pt x="54604" y="499235"/>
                      <a:pt x="41200" y="482318"/>
                    </a:cubicBezTo>
                    <a:cubicBezTo>
                      <a:pt x="27752" y="465444"/>
                      <a:pt x="17516" y="444801"/>
                      <a:pt x="10493" y="420519"/>
                    </a:cubicBezTo>
                    <a:cubicBezTo>
                      <a:pt x="3469" y="396193"/>
                      <a:pt x="0" y="368869"/>
                      <a:pt x="0" y="338462"/>
                    </a:cubicBezTo>
                    <a:cubicBezTo>
                      <a:pt x="0" y="308055"/>
                      <a:pt x="3983" y="279318"/>
                      <a:pt x="11949" y="254435"/>
                    </a:cubicBezTo>
                    <a:cubicBezTo>
                      <a:pt x="19915" y="229553"/>
                      <a:pt x="30964" y="208396"/>
                      <a:pt x="45182" y="190923"/>
                    </a:cubicBezTo>
                    <a:cubicBezTo>
                      <a:pt x="59401" y="173449"/>
                      <a:pt x="76275" y="160045"/>
                      <a:pt x="95761" y="150751"/>
                    </a:cubicBezTo>
                    <a:cubicBezTo>
                      <a:pt x="115290" y="141458"/>
                      <a:pt x="136789" y="136790"/>
                      <a:pt x="160301" y="136790"/>
                    </a:cubicBezTo>
                    <a:cubicBezTo>
                      <a:pt x="201629" y="136790"/>
                      <a:pt x="236277" y="149124"/>
                      <a:pt x="264328" y="173835"/>
                    </a:cubicBezTo>
                    <a:lnTo>
                      <a:pt x="264328" y="0"/>
                    </a:lnTo>
                    <a:lnTo>
                      <a:pt x="332123" y="0"/>
                    </a:lnTo>
                    <a:lnTo>
                      <a:pt x="332123" y="525873"/>
                    </a:lnTo>
                    <a:lnTo>
                      <a:pt x="264328" y="525873"/>
                    </a:lnTo>
                    <a:lnTo>
                      <a:pt x="264328" y="480862"/>
                    </a:lnTo>
                    <a:close/>
                    <a:moveTo>
                      <a:pt x="264328" y="417649"/>
                    </a:moveTo>
                    <a:lnTo>
                      <a:pt x="264328" y="235120"/>
                    </a:lnTo>
                    <a:cubicBezTo>
                      <a:pt x="234692" y="204114"/>
                      <a:pt x="201287" y="188610"/>
                      <a:pt x="164070" y="188610"/>
                    </a:cubicBezTo>
                    <a:cubicBezTo>
                      <a:pt x="135205" y="188610"/>
                      <a:pt x="112035" y="200987"/>
                      <a:pt x="94562" y="225784"/>
                    </a:cubicBezTo>
                    <a:cubicBezTo>
                      <a:pt x="77089" y="250581"/>
                      <a:pt x="68352" y="288140"/>
                      <a:pt x="68352" y="338462"/>
                    </a:cubicBezTo>
                    <a:cubicBezTo>
                      <a:pt x="68352" y="386128"/>
                      <a:pt x="76618" y="421975"/>
                      <a:pt x="93149" y="446001"/>
                    </a:cubicBezTo>
                    <a:cubicBezTo>
                      <a:pt x="109680" y="470027"/>
                      <a:pt x="132335" y="482018"/>
                      <a:pt x="161244" y="482018"/>
                    </a:cubicBezTo>
                    <a:cubicBezTo>
                      <a:pt x="198460" y="482018"/>
                      <a:pt x="232808" y="460562"/>
                      <a:pt x="264371" y="417649"/>
                    </a:cubicBezTo>
                    <a:close/>
                  </a:path>
                </a:pathLst>
              </a:custGeom>
              <a:solidFill>
                <a:srgbClr val="EB262A"/>
              </a:solidFill>
              <a:ln w="223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23" name="Freeform: Shape 22">
                <a:extLst>
                  <a:ext uri="{FF2B5EF4-FFF2-40B4-BE49-F238E27FC236}">
                    <a16:creationId xmlns:a16="http://schemas.microsoft.com/office/drawing/2014/main" id="{C26387F7-138F-B5CB-FD8F-0803F0208CE0}"/>
                  </a:ext>
                </a:extLst>
              </p:cNvPr>
              <p:cNvSpPr/>
              <p:nvPr/>
            </p:nvSpPr>
            <p:spPr>
              <a:xfrm>
                <a:off x="3969197" y="801299"/>
                <a:ext cx="330367" cy="398162"/>
              </a:xfrm>
              <a:custGeom>
                <a:avLst/>
                <a:gdLst>
                  <a:gd name="connsiteX0" fmla="*/ 262615 w 330367"/>
                  <a:gd name="connsiteY0" fmla="*/ 350325 h 398162"/>
                  <a:gd name="connsiteX1" fmla="*/ 129594 w 330367"/>
                  <a:gd name="connsiteY1" fmla="*/ 398163 h 398162"/>
                  <a:gd name="connsiteX2" fmla="*/ 77859 w 330367"/>
                  <a:gd name="connsiteY2" fmla="*/ 390197 h 398162"/>
                  <a:gd name="connsiteX3" fmla="*/ 36660 w 330367"/>
                  <a:gd name="connsiteY3" fmla="*/ 367670 h 398162"/>
                  <a:gd name="connsiteX4" fmla="*/ 9679 w 330367"/>
                  <a:gd name="connsiteY4" fmla="*/ 332937 h 398162"/>
                  <a:gd name="connsiteX5" fmla="*/ 0 w 330367"/>
                  <a:gd name="connsiteY5" fmla="*/ 288226 h 398162"/>
                  <a:gd name="connsiteX6" fmla="*/ 229638 w 330367"/>
                  <a:gd name="connsiteY6" fmla="*/ 154349 h 398162"/>
                  <a:gd name="connsiteX7" fmla="*/ 262615 w 330367"/>
                  <a:gd name="connsiteY7" fmla="*/ 154349 h 398162"/>
                  <a:gd name="connsiteX8" fmla="*/ 260345 w 330367"/>
                  <a:gd name="connsiteY8" fmla="*/ 108524 h 398162"/>
                  <a:gd name="connsiteX9" fmla="*/ 249296 w 330367"/>
                  <a:gd name="connsiteY9" fmla="*/ 76446 h 398162"/>
                  <a:gd name="connsiteX10" fmla="*/ 222401 w 330367"/>
                  <a:gd name="connsiteY10" fmla="*/ 57816 h 398162"/>
                  <a:gd name="connsiteX11" fmla="*/ 171993 w 330367"/>
                  <a:gd name="connsiteY11" fmla="*/ 51821 h 398162"/>
                  <a:gd name="connsiteX12" fmla="*/ 79144 w 330367"/>
                  <a:gd name="connsiteY12" fmla="*/ 117346 h 398162"/>
                  <a:gd name="connsiteX13" fmla="*/ 11349 w 330367"/>
                  <a:gd name="connsiteY13" fmla="*/ 117346 h 398162"/>
                  <a:gd name="connsiteX14" fmla="*/ 175419 w 330367"/>
                  <a:gd name="connsiteY14" fmla="*/ 0 h 398162"/>
                  <a:gd name="connsiteX15" fmla="*/ 240645 w 330367"/>
                  <a:gd name="connsiteY15" fmla="*/ 5996 h 398162"/>
                  <a:gd name="connsiteX16" fmla="*/ 289339 w 330367"/>
                  <a:gd name="connsiteY16" fmla="*/ 27923 h 398162"/>
                  <a:gd name="connsiteX17" fmla="*/ 319832 w 330367"/>
                  <a:gd name="connsiteY17" fmla="*/ 71778 h 398162"/>
                  <a:gd name="connsiteX18" fmla="*/ 330367 w 330367"/>
                  <a:gd name="connsiteY18" fmla="*/ 142999 h 398162"/>
                  <a:gd name="connsiteX19" fmla="*/ 330367 w 330367"/>
                  <a:gd name="connsiteY19" fmla="*/ 389126 h 398162"/>
                  <a:gd name="connsiteX20" fmla="*/ 262572 w 330367"/>
                  <a:gd name="connsiteY20" fmla="*/ 389126 h 398162"/>
                  <a:gd name="connsiteX21" fmla="*/ 262572 w 330367"/>
                  <a:gd name="connsiteY21" fmla="*/ 350411 h 398162"/>
                  <a:gd name="connsiteX22" fmla="*/ 262615 w 330367"/>
                  <a:gd name="connsiteY22" fmla="*/ 288911 h 398162"/>
                  <a:gd name="connsiteX23" fmla="*/ 262615 w 330367"/>
                  <a:gd name="connsiteY23" fmla="*/ 203899 h 398162"/>
                  <a:gd name="connsiteX24" fmla="*/ 216447 w 330367"/>
                  <a:gd name="connsiteY24" fmla="*/ 203899 h 398162"/>
                  <a:gd name="connsiteX25" fmla="*/ 69465 w 330367"/>
                  <a:gd name="connsiteY25" fmla="*/ 284885 h 398162"/>
                  <a:gd name="connsiteX26" fmla="*/ 90536 w 330367"/>
                  <a:gd name="connsiteY26" fmla="*/ 329682 h 398162"/>
                  <a:gd name="connsiteX27" fmla="*/ 149209 w 330367"/>
                  <a:gd name="connsiteY27" fmla="*/ 345186 h 398162"/>
                  <a:gd name="connsiteX28" fmla="*/ 181972 w 330367"/>
                  <a:gd name="connsiteY28" fmla="*/ 341460 h 398162"/>
                  <a:gd name="connsiteX29" fmla="*/ 213021 w 330367"/>
                  <a:gd name="connsiteY29" fmla="*/ 330239 h 398162"/>
                  <a:gd name="connsiteX30" fmla="*/ 240645 w 330367"/>
                  <a:gd name="connsiteY30" fmla="*/ 312423 h 398162"/>
                  <a:gd name="connsiteX31" fmla="*/ 262572 w 330367"/>
                  <a:gd name="connsiteY31" fmla="*/ 288868 h 3981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</a:cxnLst>
                <a:rect l="l" t="t" r="r" b="b"/>
                <a:pathLst>
                  <a:path w="330367" h="398162">
                    <a:moveTo>
                      <a:pt x="262615" y="350325"/>
                    </a:moveTo>
                    <a:cubicBezTo>
                      <a:pt x="227754" y="382231"/>
                      <a:pt x="183428" y="398163"/>
                      <a:pt x="129594" y="398163"/>
                    </a:cubicBezTo>
                    <a:cubicBezTo>
                      <a:pt x="111007" y="398163"/>
                      <a:pt x="93791" y="395508"/>
                      <a:pt x="77859" y="390197"/>
                    </a:cubicBezTo>
                    <a:cubicBezTo>
                      <a:pt x="61928" y="384886"/>
                      <a:pt x="48223" y="377392"/>
                      <a:pt x="36660" y="367670"/>
                    </a:cubicBezTo>
                    <a:cubicBezTo>
                      <a:pt x="25097" y="357991"/>
                      <a:pt x="16103" y="346428"/>
                      <a:pt x="9679" y="332937"/>
                    </a:cubicBezTo>
                    <a:cubicBezTo>
                      <a:pt x="3212" y="319447"/>
                      <a:pt x="0" y="304543"/>
                      <a:pt x="0" y="288226"/>
                    </a:cubicBezTo>
                    <a:cubicBezTo>
                      <a:pt x="0" y="198974"/>
                      <a:pt x="76532" y="154349"/>
                      <a:pt x="229638" y="154349"/>
                    </a:cubicBezTo>
                    <a:lnTo>
                      <a:pt x="262615" y="154349"/>
                    </a:lnTo>
                    <a:cubicBezTo>
                      <a:pt x="262615" y="136789"/>
                      <a:pt x="261844" y="121500"/>
                      <a:pt x="260345" y="108524"/>
                    </a:cubicBezTo>
                    <a:cubicBezTo>
                      <a:pt x="258803" y="95547"/>
                      <a:pt x="255163" y="84840"/>
                      <a:pt x="249296" y="76446"/>
                    </a:cubicBezTo>
                    <a:cubicBezTo>
                      <a:pt x="243429" y="68052"/>
                      <a:pt x="234478" y="61842"/>
                      <a:pt x="222401" y="57816"/>
                    </a:cubicBezTo>
                    <a:cubicBezTo>
                      <a:pt x="210323" y="53834"/>
                      <a:pt x="193535" y="51821"/>
                      <a:pt x="171993" y="51821"/>
                    </a:cubicBezTo>
                    <a:cubicBezTo>
                      <a:pt x="111607" y="51821"/>
                      <a:pt x="80643" y="73662"/>
                      <a:pt x="79144" y="117346"/>
                    </a:cubicBezTo>
                    <a:lnTo>
                      <a:pt x="11349" y="117346"/>
                    </a:lnTo>
                    <a:cubicBezTo>
                      <a:pt x="16660" y="39101"/>
                      <a:pt x="71350" y="0"/>
                      <a:pt x="175419" y="0"/>
                    </a:cubicBezTo>
                    <a:cubicBezTo>
                      <a:pt x="199745" y="0"/>
                      <a:pt x="221458" y="2013"/>
                      <a:pt x="240645" y="5996"/>
                    </a:cubicBezTo>
                    <a:cubicBezTo>
                      <a:pt x="259789" y="9979"/>
                      <a:pt x="276063" y="17302"/>
                      <a:pt x="289339" y="27923"/>
                    </a:cubicBezTo>
                    <a:cubicBezTo>
                      <a:pt x="302615" y="38544"/>
                      <a:pt x="312808" y="53191"/>
                      <a:pt x="319832" y="71778"/>
                    </a:cubicBezTo>
                    <a:cubicBezTo>
                      <a:pt x="326855" y="90365"/>
                      <a:pt x="330367" y="114134"/>
                      <a:pt x="330367" y="142999"/>
                    </a:cubicBezTo>
                    <a:lnTo>
                      <a:pt x="330367" y="389126"/>
                    </a:lnTo>
                    <a:lnTo>
                      <a:pt x="262572" y="389126"/>
                    </a:lnTo>
                    <a:lnTo>
                      <a:pt x="262572" y="350411"/>
                    </a:lnTo>
                    <a:close/>
                    <a:moveTo>
                      <a:pt x="262615" y="288911"/>
                    </a:moveTo>
                    <a:lnTo>
                      <a:pt x="262615" y="203899"/>
                    </a:lnTo>
                    <a:lnTo>
                      <a:pt x="216447" y="203899"/>
                    </a:lnTo>
                    <a:cubicBezTo>
                      <a:pt x="118459" y="203899"/>
                      <a:pt x="69465" y="230923"/>
                      <a:pt x="69465" y="284885"/>
                    </a:cubicBezTo>
                    <a:cubicBezTo>
                      <a:pt x="69465" y="304414"/>
                      <a:pt x="76489" y="319361"/>
                      <a:pt x="90536" y="329682"/>
                    </a:cubicBezTo>
                    <a:cubicBezTo>
                      <a:pt x="104583" y="340047"/>
                      <a:pt x="124155" y="345186"/>
                      <a:pt x="149209" y="345186"/>
                    </a:cubicBezTo>
                    <a:cubicBezTo>
                      <a:pt x="160216" y="345186"/>
                      <a:pt x="171137" y="343944"/>
                      <a:pt x="181972" y="341460"/>
                    </a:cubicBezTo>
                    <a:cubicBezTo>
                      <a:pt x="192807" y="338976"/>
                      <a:pt x="203128" y="335250"/>
                      <a:pt x="213021" y="330239"/>
                    </a:cubicBezTo>
                    <a:cubicBezTo>
                      <a:pt x="222872" y="325271"/>
                      <a:pt x="232122" y="319318"/>
                      <a:pt x="240645" y="312423"/>
                    </a:cubicBezTo>
                    <a:cubicBezTo>
                      <a:pt x="249167" y="305528"/>
                      <a:pt x="256491" y="297691"/>
                      <a:pt x="262572" y="288868"/>
                    </a:cubicBezTo>
                    <a:close/>
                  </a:path>
                </a:pathLst>
              </a:custGeom>
              <a:solidFill>
                <a:srgbClr val="EB262A"/>
              </a:solidFill>
              <a:ln w="223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24" name="Freeform: Shape 23">
                <a:extLst>
                  <a:ext uri="{FF2B5EF4-FFF2-40B4-BE49-F238E27FC236}">
                    <a16:creationId xmlns:a16="http://schemas.microsoft.com/office/drawing/2014/main" id="{619D0ACF-78F7-E719-42E2-0C2247500F68}"/>
                  </a:ext>
                </a:extLst>
              </p:cNvPr>
              <p:cNvSpPr/>
              <p:nvPr/>
            </p:nvSpPr>
            <p:spPr>
              <a:xfrm>
                <a:off x="4353784" y="801256"/>
                <a:ext cx="332722" cy="535594"/>
              </a:xfrm>
              <a:custGeom>
                <a:avLst/>
                <a:gdLst>
                  <a:gd name="connsiteX0" fmla="*/ 68352 w 332722"/>
                  <a:gd name="connsiteY0" fmla="*/ 52977 h 535594"/>
                  <a:gd name="connsiteX1" fmla="*/ 176918 w 332722"/>
                  <a:gd name="connsiteY1" fmla="*/ 0 h 535594"/>
                  <a:gd name="connsiteX2" fmla="*/ 242872 w 332722"/>
                  <a:gd name="connsiteY2" fmla="*/ 13962 h 535594"/>
                  <a:gd name="connsiteX3" fmla="*/ 291780 w 332722"/>
                  <a:gd name="connsiteY3" fmla="*/ 53277 h 535594"/>
                  <a:gd name="connsiteX4" fmla="*/ 322187 w 332722"/>
                  <a:gd name="connsiteY4" fmla="*/ 114819 h 535594"/>
                  <a:gd name="connsiteX5" fmla="*/ 332723 w 332722"/>
                  <a:gd name="connsiteY5" fmla="*/ 195463 h 535594"/>
                  <a:gd name="connsiteX6" fmla="*/ 320774 w 332722"/>
                  <a:gd name="connsiteY6" fmla="*/ 279189 h 535594"/>
                  <a:gd name="connsiteX7" fmla="*/ 287241 w 332722"/>
                  <a:gd name="connsiteY7" fmla="*/ 343301 h 535594"/>
                  <a:gd name="connsiteX8" fmla="*/ 236062 w 332722"/>
                  <a:gd name="connsiteY8" fmla="*/ 384030 h 535594"/>
                  <a:gd name="connsiteX9" fmla="*/ 171822 w 332722"/>
                  <a:gd name="connsiteY9" fmla="*/ 398291 h 535594"/>
                  <a:gd name="connsiteX10" fmla="*/ 68352 w 332722"/>
                  <a:gd name="connsiteY10" fmla="*/ 360132 h 535594"/>
                  <a:gd name="connsiteX11" fmla="*/ 68352 w 332722"/>
                  <a:gd name="connsiteY11" fmla="*/ 535595 h 535594"/>
                  <a:gd name="connsiteX12" fmla="*/ 0 w 332722"/>
                  <a:gd name="connsiteY12" fmla="*/ 535595 h 535594"/>
                  <a:gd name="connsiteX13" fmla="*/ 0 w 332722"/>
                  <a:gd name="connsiteY13" fmla="*/ 7966 h 535594"/>
                  <a:gd name="connsiteX14" fmla="*/ 68352 w 332722"/>
                  <a:gd name="connsiteY14" fmla="*/ 7966 h 535594"/>
                  <a:gd name="connsiteX15" fmla="*/ 68352 w 332722"/>
                  <a:gd name="connsiteY15" fmla="*/ 52977 h 535594"/>
                  <a:gd name="connsiteX16" fmla="*/ 68352 w 332722"/>
                  <a:gd name="connsiteY16" fmla="*/ 299661 h 535594"/>
                  <a:gd name="connsiteX17" fmla="*/ 168053 w 332722"/>
                  <a:gd name="connsiteY17" fmla="*/ 345229 h 535594"/>
                  <a:gd name="connsiteX18" fmla="*/ 237861 w 332722"/>
                  <a:gd name="connsiteY18" fmla="*/ 308055 h 535594"/>
                  <a:gd name="connsiteX19" fmla="*/ 263215 w 332722"/>
                  <a:gd name="connsiteY19" fmla="*/ 195377 h 535594"/>
                  <a:gd name="connsiteX20" fmla="*/ 239274 w 332722"/>
                  <a:gd name="connsiteY20" fmla="*/ 87838 h 535594"/>
                  <a:gd name="connsiteX21" fmla="*/ 170923 w 332722"/>
                  <a:gd name="connsiteY21" fmla="*/ 51821 h 535594"/>
                  <a:gd name="connsiteX22" fmla="*/ 68395 w 332722"/>
                  <a:gd name="connsiteY22" fmla="*/ 117774 h 535594"/>
                  <a:gd name="connsiteX23" fmla="*/ 68395 w 332722"/>
                  <a:gd name="connsiteY23" fmla="*/ 299618 h 535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332722" h="535594">
                    <a:moveTo>
                      <a:pt x="68352" y="52977"/>
                    </a:moveTo>
                    <a:cubicBezTo>
                      <a:pt x="98288" y="17645"/>
                      <a:pt x="134477" y="0"/>
                      <a:pt x="176918" y="0"/>
                    </a:cubicBezTo>
                    <a:cubicBezTo>
                      <a:pt x="201544" y="0"/>
                      <a:pt x="223514" y="4668"/>
                      <a:pt x="242872" y="13962"/>
                    </a:cubicBezTo>
                    <a:cubicBezTo>
                      <a:pt x="262187" y="23255"/>
                      <a:pt x="278504" y="36360"/>
                      <a:pt x="291780" y="53277"/>
                    </a:cubicBezTo>
                    <a:cubicBezTo>
                      <a:pt x="305057" y="70193"/>
                      <a:pt x="315164" y="90708"/>
                      <a:pt x="322187" y="114819"/>
                    </a:cubicBezTo>
                    <a:cubicBezTo>
                      <a:pt x="329211" y="138931"/>
                      <a:pt x="332723" y="165826"/>
                      <a:pt x="332723" y="195463"/>
                    </a:cubicBezTo>
                    <a:cubicBezTo>
                      <a:pt x="332723" y="225099"/>
                      <a:pt x="328740" y="254136"/>
                      <a:pt x="320774" y="279189"/>
                    </a:cubicBezTo>
                    <a:cubicBezTo>
                      <a:pt x="312808" y="304243"/>
                      <a:pt x="301630" y="325614"/>
                      <a:pt x="287241" y="343301"/>
                    </a:cubicBezTo>
                    <a:cubicBezTo>
                      <a:pt x="272851" y="360989"/>
                      <a:pt x="255763" y="374565"/>
                      <a:pt x="236062" y="384030"/>
                    </a:cubicBezTo>
                    <a:cubicBezTo>
                      <a:pt x="216362" y="393538"/>
                      <a:pt x="194948" y="398291"/>
                      <a:pt x="171822" y="398291"/>
                    </a:cubicBezTo>
                    <a:cubicBezTo>
                      <a:pt x="130879" y="398291"/>
                      <a:pt x="96404" y="385572"/>
                      <a:pt x="68352" y="360132"/>
                    </a:cubicBezTo>
                    <a:lnTo>
                      <a:pt x="68352" y="535595"/>
                    </a:lnTo>
                    <a:lnTo>
                      <a:pt x="0" y="535595"/>
                    </a:lnTo>
                    <a:lnTo>
                      <a:pt x="0" y="7966"/>
                    </a:lnTo>
                    <a:lnTo>
                      <a:pt x="68352" y="7966"/>
                    </a:lnTo>
                    <a:lnTo>
                      <a:pt x="68352" y="52977"/>
                    </a:lnTo>
                    <a:close/>
                    <a:moveTo>
                      <a:pt x="68352" y="299661"/>
                    </a:moveTo>
                    <a:cubicBezTo>
                      <a:pt x="96832" y="330068"/>
                      <a:pt x="130066" y="345229"/>
                      <a:pt x="168053" y="345229"/>
                    </a:cubicBezTo>
                    <a:cubicBezTo>
                      <a:pt x="197689" y="345229"/>
                      <a:pt x="220944" y="332852"/>
                      <a:pt x="237861" y="308055"/>
                    </a:cubicBezTo>
                    <a:cubicBezTo>
                      <a:pt x="254778" y="283258"/>
                      <a:pt x="263215" y="245699"/>
                      <a:pt x="263215" y="195377"/>
                    </a:cubicBezTo>
                    <a:cubicBezTo>
                      <a:pt x="263215" y="147710"/>
                      <a:pt x="255249" y="111864"/>
                      <a:pt x="239274" y="87838"/>
                    </a:cubicBezTo>
                    <a:cubicBezTo>
                      <a:pt x="223300" y="63812"/>
                      <a:pt x="200516" y="51821"/>
                      <a:pt x="170923" y="51821"/>
                    </a:cubicBezTo>
                    <a:cubicBezTo>
                      <a:pt x="133706" y="51821"/>
                      <a:pt x="99530" y="73834"/>
                      <a:pt x="68395" y="117774"/>
                    </a:cubicBezTo>
                    <a:lnTo>
                      <a:pt x="68395" y="299618"/>
                    </a:lnTo>
                    <a:close/>
                  </a:path>
                </a:pathLst>
              </a:custGeom>
              <a:solidFill>
                <a:srgbClr val="EB262A"/>
              </a:solidFill>
              <a:ln w="223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95DEC6CB-BCC7-1D52-C540-1A62F22DEC9B}"/>
                  </a:ext>
                </a:extLst>
              </p:cNvPr>
              <p:cNvSpPr/>
              <p:nvPr/>
            </p:nvSpPr>
            <p:spPr>
              <a:xfrm>
                <a:off x="4678583" y="715303"/>
                <a:ext cx="185697" cy="480219"/>
              </a:xfrm>
              <a:custGeom>
                <a:avLst/>
                <a:gdLst>
                  <a:gd name="connsiteX0" fmla="*/ 185698 w 185697"/>
                  <a:gd name="connsiteY0" fmla="*/ 475637 h 480219"/>
                  <a:gd name="connsiteX1" fmla="*/ 162357 w 185697"/>
                  <a:gd name="connsiteY1" fmla="*/ 479063 h 480219"/>
                  <a:gd name="connsiteX2" fmla="*/ 137303 w 185697"/>
                  <a:gd name="connsiteY2" fmla="*/ 480219 h 480219"/>
                  <a:gd name="connsiteX3" fmla="*/ 86939 w 185697"/>
                  <a:gd name="connsiteY3" fmla="*/ 472254 h 480219"/>
                  <a:gd name="connsiteX4" fmla="*/ 59658 w 185697"/>
                  <a:gd name="connsiteY4" fmla="*/ 449127 h 480219"/>
                  <a:gd name="connsiteX5" fmla="*/ 48737 w 185697"/>
                  <a:gd name="connsiteY5" fmla="*/ 412339 h 480219"/>
                  <a:gd name="connsiteX6" fmla="*/ 46724 w 185697"/>
                  <a:gd name="connsiteY6" fmla="*/ 363259 h 480219"/>
                  <a:gd name="connsiteX7" fmla="*/ 46724 w 185697"/>
                  <a:gd name="connsiteY7" fmla="*/ 146982 h 480219"/>
                  <a:gd name="connsiteX8" fmla="*/ 0 w 185697"/>
                  <a:gd name="connsiteY8" fmla="*/ 146982 h 480219"/>
                  <a:gd name="connsiteX9" fmla="*/ 0 w 185697"/>
                  <a:gd name="connsiteY9" fmla="*/ 94005 h 480219"/>
                  <a:gd name="connsiteX10" fmla="*/ 46724 w 185697"/>
                  <a:gd name="connsiteY10" fmla="*/ 94005 h 480219"/>
                  <a:gd name="connsiteX11" fmla="*/ 46724 w 185697"/>
                  <a:gd name="connsiteY11" fmla="*/ 0 h 480219"/>
                  <a:gd name="connsiteX12" fmla="*/ 115076 w 185697"/>
                  <a:gd name="connsiteY12" fmla="*/ 0 h 480219"/>
                  <a:gd name="connsiteX13" fmla="*/ 115076 w 185697"/>
                  <a:gd name="connsiteY13" fmla="*/ 94005 h 480219"/>
                  <a:gd name="connsiteX14" fmla="*/ 176576 w 185697"/>
                  <a:gd name="connsiteY14" fmla="*/ 94005 h 480219"/>
                  <a:gd name="connsiteX15" fmla="*/ 176576 w 185697"/>
                  <a:gd name="connsiteY15" fmla="*/ 146982 h 480219"/>
                  <a:gd name="connsiteX16" fmla="*/ 115076 w 185697"/>
                  <a:gd name="connsiteY16" fmla="*/ 146982 h 480219"/>
                  <a:gd name="connsiteX17" fmla="*/ 115076 w 185697"/>
                  <a:gd name="connsiteY17" fmla="*/ 367199 h 480219"/>
                  <a:gd name="connsiteX18" fmla="*/ 117646 w 185697"/>
                  <a:gd name="connsiteY18" fmla="*/ 399233 h 480219"/>
                  <a:gd name="connsiteX19" fmla="*/ 124755 w 185697"/>
                  <a:gd name="connsiteY19" fmla="*/ 417563 h 480219"/>
                  <a:gd name="connsiteX20" fmla="*/ 136447 w 185697"/>
                  <a:gd name="connsiteY20" fmla="*/ 425829 h 480219"/>
                  <a:gd name="connsiteX21" fmla="*/ 152122 w 185697"/>
                  <a:gd name="connsiteY21" fmla="*/ 427799 h 480219"/>
                  <a:gd name="connsiteX22" fmla="*/ 169466 w 185697"/>
                  <a:gd name="connsiteY22" fmla="*/ 427242 h 480219"/>
                  <a:gd name="connsiteX23" fmla="*/ 185698 w 185697"/>
                  <a:gd name="connsiteY23" fmla="*/ 424973 h 480219"/>
                  <a:gd name="connsiteX24" fmla="*/ 185698 w 185697"/>
                  <a:gd name="connsiteY24" fmla="*/ 475680 h 480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5697" h="480219">
                    <a:moveTo>
                      <a:pt x="185698" y="475637"/>
                    </a:moveTo>
                    <a:cubicBezTo>
                      <a:pt x="178118" y="477179"/>
                      <a:pt x="170323" y="478292"/>
                      <a:pt x="162357" y="479063"/>
                    </a:cubicBezTo>
                    <a:cubicBezTo>
                      <a:pt x="154391" y="479791"/>
                      <a:pt x="146040" y="480219"/>
                      <a:pt x="137303" y="480219"/>
                    </a:cubicBezTo>
                    <a:cubicBezTo>
                      <a:pt x="115976" y="480219"/>
                      <a:pt x="99187" y="477564"/>
                      <a:pt x="86939" y="472254"/>
                    </a:cubicBezTo>
                    <a:cubicBezTo>
                      <a:pt x="74690" y="466943"/>
                      <a:pt x="65568" y="459191"/>
                      <a:pt x="59658" y="449127"/>
                    </a:cubicBezTo>
                    <a:cubicBezTo>
                      <a:pt x="53705" y="439063"/>
                      <a:pt x="50065" y="426771"/>
                      <a:pt x="48737" y="412339"/>
                    </a:cubicBezTo>
                    <a:cubicBezTo>
                      <a:pt x="47410" y="397863"/>
                      <a:pt x="46724" y="381546"/>
                      <a:pt x="46724" y="363259"/>
                    </a:cubicBezTo>
                    <a:lnTo>
                      <a:pt x="46724" y="146982"/>
                    </a:lnTo>
                    <a:lnTo>
                      <a:pt x="0" y="146982"/>
                    </a:lnTo>
                    <a:lnTo>
                      <a:pt x="0" y="94005"/>
                    </a:lnTo>
                    <a:lnTo>
                      <a:pt x="46724" y="94005"/>
                    </a:lnTo>
                    <a:lnTo>
                      <a:pt x="46724" y="0"/>
                    </a:lnTo>
                    <a:lnTo>
                      <a:pt x="115076" y="0"/>
                    </a:lnTo>
                    <a:lnTo>
                      <a:pt x="115076" y="94005"/>
                    </a:lnTo>
                    <a:lnTo>
                      <a:pt x="176576" y="94005"/>
                    </a:lnTo>
                    <a:lnTo>
                      <a:pt x="176576" y="146982"/>
                    </a:lnTo>
                    <a:lnTo>
                      <a:pt x="115076" y="146982"/>
                    </a:lnTo>
                    <a:lnTo>
                      <a:pt x="115076" y="367199"/>
                    </a:lnTo>
                    <a:cubicBezTo>
                      <a:pt x="115076" y="380518"/>
                      <a:pt x="115933" y="391225"/>
                      <a:pt x="117646" y="399233"/>
                    </a:cubicBezTo>
                    <a:cubicBezTo>
                      <a:pt x="119359" y="407242"/>
                      <a:pt x="121714" y="413324"/>
                      <a:pt x="124755" y="417563"/>
                    </a:cubicBezTo>
                    <a:cubicBezTo>
                      <a:pt x="127796" y="421761"/>
                      <a:pt x="131693" y="424501"/>
                      <a:pt x="136447" y="425829"/>
                    </a:cubicBezTo>
                    <a:cubicBezTo>
                      <a:pt x="141201" y="427157"/>
                      <a:pt x="146425" y="427799"/>
                      <a:pt x="152122" y="427799"/>
                    </a:cubicBezTo>
                    <a:cubicBezTo>
                      <a:pt x="158203" y="427799"/>
                      <a:pt x="163984" y="427628"/>
                      <a:pt x="169466" y="427242"/>
                    </a:cubicBezTo>
                    <a:cubicBezTo>
                      <a:pt x="174991" y="426857"/>
                      <a:pt x="180387" y="426129"/>
                      <a:pt x="185698" y="424973"/>
                    </a:cubicBezTo>
                    <a:lnTo>
                      <a:pt x="185698" y="475680"/>
                    </a:lnTo>
                    <a:close/>
                  </a:path>
                </a:pathLst>
              </a:custGeom>
              <a:solidFill>
                <a:srgbClr val="EB262A"/>
              </a:solidFill>
              <a:ln w="223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</p:grp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88469803-E37D-3F61-63A8-D467A3050CDF}"/>
                </a:ext>
              </a:extLst>
            </p:cNvPr>
            <p:cNvSpPr/>
            <p:nvPr/>
          </p:nvSpPr>
          <p:spPr>
            <a:xfrm>
              <a:off x="4853189" y="1019803"/>
              <a:ext cx="170622" cy="170580"/>
            </a:xfrm>
            <a:custGeom>
              <a:avLst/>
              <a:gdLst>
                <a:gd name="connsiteX0" fmla="*/ 0 w 170622"/>
                <a:gd name="connsiteY0" fmla="*/ 0 h 170580"/>
                <a:gd name="connsiteX1" fmla="*/ 170623 w 170622"/>
                <a:gd name="connsiteY1" fmla="*/ 0 h 170580"/>
                <a:gd name="connsiteX2" fmla="*/ 170623 w 170622"/>
                <a:gd name="connsiteY2" fmla="*/ 170580 h 1705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70622" h="170580">
                  <a:moveTo>
                    <a:pt x="0" y="0"/>
                  </a:moveTo>
                  <a:lnTo>
                    <a:pt x="170623" y="0"/>
                  </a:lnTo>
                  <a:lnTo>
                    <a:pt x="170623" y="170580"/>
                  </a:lnTo>
                </a:path>
              </a:pathLst>
            </a:custGeom>
            <a:solidFill>
              <a:srgbClr val="EB262A"/>
            </a:solidFill>
            <a:ln w="223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</p:grpSp>
    </p:spTree>
    <p:extLst>
      <p:ext uri="{BB962C8B-B14F-4D97-AF65-F5344CB8AC3E}">
        <p14:creationId xmlns:p14="http://schemas.microsoft.com/office/powerpoint/2010/main" val="13754060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 with two log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raphic 14">
            <a:extLst>
              <a:ext uri="{FF2B5EF4-FFF2-40B4-BE49-F238E27FC236}">
                <a16:creationId xmlns:a16="http://schemas.microsoft.com/office/drawing/2014/main" id="{81ACD933-1D65-6CCF-B8B2-6374E264733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057650" y="4101373"/>
            <a:ext cx="5086350" cy="1042128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7413D40D-E115-4E77-F56E-FBE100DCB8D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57650" y="0"/>
            <a:ext cx="5086350" cy="205740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3FFA4405-D6B1-7DD5-3FE5-691B4E6CCDA4}"/>
              </a:ext>
            </a:extLst>
          </p:cNvPr>
          <p:cNvSpPr/>
          <p:nvPr/>
        </p:nvSpPr>
        <p:spPr>
          <a:xfrm>
            <a:off x="15" y="1"/>
            <a:ext cx="4082129" cy="514349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1013"/>
          </a:p>
        </p:txBody>
      </p:sp>
      <p:pic>
        <p:nvPicPr>
          <p:cNvPr id="62" name="Graphic 61">
            <a:extLst>
              <a:ext uri="{FF2B5EF4-FFF2-40B4-BE49-F238E27FC236}">
                <a16:creationId xmlns:a16="http://schemas.microsoft.com/office/drawing/2014/main" id="{D29867B8-9CF1-351D-F40F-49F1BB0ABFD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5" y="0"/>
            <a:ext cx="4084264" cy="5143501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4162426-A51D-0D35-74B0-EF92684B0D8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697008" y="2121627"/>
            <a:ext cx="3933037" cy="1015663"/>
          </a:xfrm>
          <a:prstGeom prst="rect">
            <a:avLst/>
          </a:prstGeom>
        </p:spPr>
        <p:txBody>
          <a:bodyPr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000">
                <a:solidFill>
                  <a:schemeClr val="accent2"/>
                </a:solidFill>
              </a:defRPr>
            </a:lvl1pPr>
            <a:lvl2pPr marL="342900" indent="0">
              <a:buNone/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Title of the Presentation</a:t>
            </a:r>
          </a:p>
        </p:txBody>
      </p:sp>
      <p:sp>
        <p:nvSpPr>
          <p:cNvPr id="21" name="Text Placeholder 3">
            <a:extLst>
              <a:ext uri="{FF2B5EF4-FFF2-40B4-BE49-F238E27FC236}">
                <a16:creationId xmlns:a16="http://schemas.microsoft.com/office/drawing/2014/main" id="{8D91D506-80E1-1CDA-ADAB-A37001B0326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697008" y="3136013"/>
            <a:ext cx="3933037" cy="341632"/>
          </a:xfrm>
          <a:prstGeom prst="rect">
            <a:avLst/>
          </a:prstGeom>
        </p:spPr>
        <p:txBody>
          <a:bodyPr anchor="t">
            <a:spAutoFit/>
          </a:bodyPr>
          <a:lstStyle>
            <a:lvl1pPr marL="0" indent="0">
              <a:buNone/>
              <a:defRPr sz="1800">
                <a:solidFill>
                  <a:srgbClr val="FF0000"/>
                </a:solidFill>
              </a:defRPr>
            </a:lvl1pPr>
            <a:lvl2pPr marL="342900" indent="0">
              <a:buNone/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Subtitle of the Presentation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2C75C2F-A02A-01A1-4BAA-214DCC0F73B8}"/>
              </a:ext>
            </a:extLst>
          </p:cNvPr>
          <p:cNvSpPr/>
          <p:nvPr/>
        </p:nvSpPr>
        <p:spPr>
          <a:xfrm>
            <a:off x="15" y="2059781"/>
            <a:ext cx="4173568" cy="102393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1013"/>
          </a:p>
        </p:txBody>
      </p:sp>
      <p:grpSp>
        <p:nvGrpSpPr>
          <p:cNvPr id="3" name="Picture 7">
            <a:extLst>
              <a:ext uri="{FF2B5EF4-FFF2-40B4-BE49-F238E27FC236}">
                <a16:creationId xmlns:a16="http://schemas.microsoft.com/office/drawing/2014/main" id="{8E96DFCC-3E45-7BB5-2D8A-7F781A8EAF8A}"/>
              </a:ext>
            </a:extLst>
          </p:cNvPr>
          <p:cNvGrpSpPr/>
          <p:nvPr/>
        </p:nvGrpSpPr>
        <p:grpSpPr>
          <a:xfrm>
            <a:off x="693824" y="2396264"/>
            <a:ext cx="1250216" cy="351753"/>
            <a:chOff x="2634152" y="664510"/>
            <a:chExt cx="2389659" cy="672341"/>
          </a:xfrm>
          <a:solidFill>
            <a:srgbClr val="EB262A"/>
          </a:solidFill>
        </p:grpSpPr>
        <p:grpSp>
          <p:nvGrpSpPr>
            <p:cNvPr id="5" name="Picture 7">
              <a:extLst>
                <a:ext uri="{FF2B5EF4-FFF2-40B4-BE49-F238E27FC236}">
                  <a16:creationId xmlns:a16="http://schemas.microsoft.com/office/drawing/2014/main" id="{8EA84969-E196-096C-8383-B6E704B6EED3}"/>
                </a:ext>
              </a:extLst>
            </p:cNvPr>
            <p:cNvGrpSpPr/>
            <p:nvPr/>
          </p:nvGrpSpPr>
          <p:grpSpPr>
            <a:xfrm>
              <a:off x="2634152" y="664510"/>
              <a:ext cx="2230129" cy="672341"/>
              <a:chOff x="2634152" y="664510"/>
              <a:chExt cx="2230129" cy="672341"/>
            </a:xfrm>
            <a:solidFill>
              <a:srgbClr val="EB262A"/>
            </a:solidFill>
          </p:grpSpPr>
          <p:sp>
            <p:nvSpPr>
              <p:cNvPr id="6" name="Freeform: Shape 5">
                <a:extLst>
                  <a:ext uri="{FF2B5EF4-FFF2-40B4-BE49-F238E27FC236}">
                    <a16:creationId xmlns:a16="http://schemas.microsoft.com/office/drawing/2014/main" id="{10FAA1E0-056C-17A0-A416-24D197428D4C}"/>
                  </a:ext>
                </a:extLst>
              </p:cNvPr>
              <p:cNvSpPr/>
              <p:nvPr/>
            </p:nvSpPr>
            <p:spPr>
              <a:xfrm>
                <a:off x="2634152" y="664510"/>
                <a:ext cx="398847" cy="525915"/>
              </a:xfrm>
              <a:custGeom>
                <a:avLst/>
                <a:gdLst>
                  <a:gd name="connsiteX0" fmla="*/ 0 w 398847"/>
                  <a:gd name="connsiteY0" fmla="*/ 0 h 525915"/>
                  <a:gd name="connsiteX1" fmla="*/ 219917 w 398847"/>
                  <a:gd name="connsiteY1" fmla="*/ 0 h 525915"/>
                  <a:gd name="connsiteX2" fmla="*/ 287155 w 398847"/>
                  <a:gd name="connsiteY2" fmla="*/ 7109 h 525915"/>
                  <a:gd name="connsiteX3" fmla="*/ 344415 w 398847"/>
                  <a:gd name="connsiteY3" fmla="*/ 31906 h 525915"/>
                  <a:gd name="connsiteX4" fmla="*/ 384030 w 398847"/>
                  <a:gd name="connsiteY4" fmla="*/ 79187 h 525915"/>
                  <a:gd name="connsiteX5" fmla="*/ 398848 w 398847"/>
                  <a:gd name="connsiteY5" fmla="*/ 153278 h 525915"/>
                  <a:gd name="connsiteX6" fmla="*/ 348911 w 398847"/>
                  <a:gd name="connsiteY6" fmla="*/ 274650 h 525915"/>
                  <a:gd name="connsiteX7" fmla="*/ 201415 w 398847"/>
                  <a:gd name="connsiteY7" fmla="*/ 315678 h 525915"/>
                  <a:gd name="connsiteX8" fmla="*/ 68438 w 398847"/>
                  <a:gd name="connsiteY8" fmla="*/ 315678 h 525915"/>
                  <a:gd name="connsiteX9" fmla="*/ 68438 w 398847"/>
                  <a:gd name="connsiteY9" fmla="*/ 525916 h 525915"/>
                  <a:gd name="connsiteX10" fmla="*/ 86 w 398847"/>
                  <a:gd name="connsiteY10" fmla="*/ 525916 h 525915"/>
                  <a:gd name="connsiteX11" fmla="*/ 86 w 398847"/>
                  <a:gd name="connsiteY11" fmla="*/ 0 h 525915"/>
                  <a:gd name="connsiteX12" fmla="*/ 68352 w 398847"/>
                  <a:gd name="connsiteY12" fmla="*/ 252380 h 525915"/>
                  <a:gd name="connsiteX13" fmla="*/ 202229 w 398847"/>
                  <a:gd name="connsiteY13" fmla="*/ 252380 h 525915"/>
                  <a:gd name="connsiteX14" fmla="*/ 298633 w 398847"/>
                  <a:gd name="connsiteY14" fmla="*/ 227454 h 525915"/>
                  <a:gd name="connsiteX15" fmla="*/ 326941 w 398847"/>
                  <a:gd name="connsiteY15" fmla="*/ 155548 h 525915"/>
                  <a:gd name="connsiteX16" fmla="*/ 317776 w 398847"/>
                  <a:gd name="connsiteY16" fmla="*/ 110537 h 525915"/>
                  <a:gd name="connsiteX17" fmla="*/ 292337 w 398847"/>
                  <a:gd name="connsiteY17" fmla="*/ 81928 h 525915"/>
                  <a:gd name="connsiteX18" fmla="*/ 254264 w 398847"/>
                  <a:gd name="connsiteY18" fmla="*/ 66939 h 525915"/>
                  <a:gd name="connsiteX19" fmla="*/ 207925 w 398847"/>
                  <a:gd name="connsiteY19" fmla="*/ 62699 h 525915"/>
                  <a:gd name="connsiteX20" fmla="*/ 68395 w 398847"/>
                  <a:gd name="connsiteY20" fmla="*/ 62699 h 525915"/>
                  <a:gd name="connsiteX21" fmla="*/ 68395 w 398847"/>
                  <a:gd name="connsiteY21" fmla="*/ 252422 h 5259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398847" h="525915">
                    <a:moveTo>
                      <a:pt x="0" y="0"/>
                    </a:moveTo>
                    <a:lnTo>
                      <a:pt x="219917" y="0"/>
                    </a:lnTo>
                    <a:cubicBezTo>
                      <a:pt x="243086" y="0"/>
                      <a:pt x="265484" y="2398"/>
                      <a:pt x="287155" y="7109"/>
                    </a:cubicBezTo>
                    <a:cubicBezTo>
                      <a:pt x="308783" y="11863"/>
                      <a:pt x="327883" y="20129"/>
                      <a:pt x="344415" y="31906"/>
                    </a:cubicBezTo>
                    <a:cubicBezTo>
                      <a:pt x="360946" y="43684"/>
                      <a:pt x="374137" y="59444"/>
                      <a:pt x="384030" y="79187"/>
                    </a:cubicBezTo>
                    <a:cubicBezTo>
                      <a:pt x="393880" y="98930"/>
                      <a:pt x="398848" y="123642"/>
                      <a:pt x="398848" y="153278"/>
                    </a:cubicBezTo>
                    <a:cubicBezTo>
                      <a:pt x="398848" y="206812"/>
                      <a:pt x="382188" y="247283"/>
                      <a:pt x="348911" y="274650"/>
                    </a:cubicBezTo>
                    <a:cubicBezTo>
                      <a:pt x="315635" y="301973"/>
                      <a:pt x="266469" y="315678"/>
                      <a:pt x="201415" y="315678"/>
                    </a:cubicBezTo>
                    <a:lnTo>
                      <a:pt x="68438" y="315678"/>
                    </a:lnTo>
                    <a:lnTo>
                      <a:pt x="68438" y="525916"/>
                    </a:lnTo>
                    <a:lnTo>
                      <a:pt x="86" y="525916"/>
                    </a:lnTo>
                    <a:lnTo>
                      <a:pt x="86" y="0"/>
                    </a:lnTo>
                    <a:close/>
                    <a:moveTo>
                      <a:pt x="68352" y="252380"/>
                    </a:moveTo>
                    <a:lnTo>
                      <a:pt x="202229" y="252380"/>
                    </a:lnTo>
                    <a:cubicBezTo>
                      <a:pt x="247626" y="252380"/>
                      <a:pt x="279746" y="244071"/>
                      <a:pt x="298633" y="227454"/>
                    </a:cubicBezTo>
                    <a:cubicBezTo>
                      <a:pt x="317519" y="210837"/>
                      <a:pt x="326941" y="186854"/>
                      <a:pt x="326941" y="155548"/>
                    </a:cubicBezTo>
                    <a:cubicBezTo>
                      <a:pt x="326941" y="137432"/>
                      <a:pt x="323900" y="122400"/>
                      <a:pt x="317776" y="110537"/>
                    </a:cubicBezTo>
                    <a:cubicBezTo>
                      <a:pt x="311695" y="98631"/>
                      <a:pt x="303172" y="89123"/>
                      <a:pt x="292337" y="81928"/>
                    </a:cubicBezTo>
                    <a:cubicBezTo>
                      <a:pt x="281459" y="74776"/>
                      <a:pt x="268782" y="69765"/>
                      <a:pt x="254264" y="66939"/>
                    </a:cubicBezTo>
                    <a:cubicBezTo>
                      <a:pt x="239745" y="64112"/>
                      <a:pt x="224285" y="62699"/>
                      <a:pt x="207925" y="62699"/>
                    </a:cubicBezTo>
                    <a:lnTo>
                      <a:pt x="68395" y="62699"/>
                    </a:lnTo>
                    <a:lnTo>
                      <a:pt x="68395" y="252422"/>
                    </a:lnTo>
                    <a:close/>
                  </a:path>
                </a:pathLst>
              </a:custGeom>
              <a:solidFill>
                <a:srgbClr val="EB262A"/>
              </a:solidFill>
              <a:ln w="223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9" name="Freeform: Shape 8">
                <a:extLst>
                  <a:ext uri="{FF2B5EF4-FFF2-40B4-BE49-F238E27FC236}">
                    <a16:creationId xmlns:a16="http://schemas.microsoft.com/office/drawing/2014/main" id="{617ABE48-2C45-D3BD-2F9F-636FCD76B8F3}"/>
                  </a:ext>
                </a:extLst>
              </p:cNvPr>
              <p:cNvSpPr/>
              <p:nvPr/>
            </p:nvSpPr>
            <p:spPr>
              <a:xfrm>
                <a:off x="3068332" y="801256"/>
                <a:ext cx="198246" cy="389083"/>
              </a:xfrm>
              <a:custGeom>
                <a:avLst/>
                <a:gdLst>
                  <a:gd name="connsiteX0" fmla="*/ 198246 w 198246"/>
                  <a:gd name="connsiteY0" fmla="*/ 70622 h 389083"/>
                  <a:gd name="connsiteX1" fmla="*/ 156661 w 198246"/>
                  <a:gd name="connsiteY1" fmla="*/ 66082 h 389083"/>
                  <a:gd name="connsiteX2" fmla="*/ 68352 w 198246"/>
                  <a:gd name="connsiteY2" fmla="*/ 120087 h 389083"/>
                  <a:gd name="connsiteX3" fmla="*/ 68352 w 198246"/>
                  <a:gd name="connsiteY3" fmla="*/ 389084 h 389083"/>
                  <a:gd name="connsiteX4" fmla="*/ 0 w 198246"/>
                  <a:gd name="connsiteY4" fmla="*/ 389084 h 389083"/>
                  <a:gd name="connsiteX5" fmla="*/ 0 w 198246"/>
                  <a:gd name="connsiteY5" fmla="*/ 7966 h 389083"/>
                  <a:gd name="connsiteX6" fmla="*/ 68352 w 198246"/>
                  <a:gd name="connsiteY6" fmla="*/ 7966 h 389083"/>
                  <a:gd name="connsiteX7" fmla="*/ 68352 w 198246"/>
                  <a:gd name="connsiteY7" fmla="*/ 62099 h 389083"/>
                  <a:gd name="connsiteX8" fmla="*/ 167453 w 198246"/>
                  <a:gd name="connsiteY8" fmla="*/ 0 h 389083"/>
                  <a:gd name="connsiteX9" fmla="*/ 182272 w 198246"/>
                  <a:gd name="connsiteY9" fmla="*/ 557 h 389083"/>
                  <a:gd name="connsiteX10" fmla="*/ 198246 w 198246"/>
                  <a:gd name="connsiteY10" fmla="*/ 2827 h 389083"/>
                  <a:gd name="connsiteX11" fmla="*/ 198246 w 198246"/>
                  <a:gd name="connsiteY11" fmla="*/ 70622 h 38908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198246" h="389083">
                    <a:moveTo>
                      <a:pt x="198246" y="70622"/>
                    </a:moveTo>
                    <a:cubicBezTo>
                      <a:pt x="187240" y="67581"/>
                      <a:pt x="173364" y="66082"/>
                      <a:pt x="156661" y="66082"/>
                    </a:cubicBezTo>
                    <a:cubicBezTo>
                      <a:pt x="122485" y="66082"/>
                      <a:pt x="93063" y="84112"/>
                      <a:pt x="68352" y="120087"/>
                    </a:cubicBezTo>
                    <a:lnTo>
                      <a:pt x="68352" y="389084"/>
                    </a:lnTo>
                    <a:lnTo>
                      <a:pt x="0" y="389084"/>
                    </a:lnTo>
                    <a:lnTo>
                      <a:pt x="0" y="7966"/>
                    </a:lnTo>
                    <a:lnTo>
                      <a:pt x="68352" y="7966"/>
                    </a:lnTo>
                    <a:lnTo>
                      <a:pt x="68352" y="62099"/>
                    </a:lnTo>
                    <a:cubicBezTo>
                      <a:pt x="95675" y="20728"/>
                      <a:pt x="128738" y="0"/>
                      <a:pt x="167453" y="0"/>
                    </a:cubicBezTo>
                    <a:cubicBezTo>
                      <a:pt x="172379" y="0"/>
                      <a:pt x="177304" y="214"/>
                      <a:pt x="182272" y="557"/>
                    </a:cubicBezTo>
                    <a:cubicBezTo>
                      <a:pt x="187197" y="942"/>
                      <a:pt x="192550" y="1713"/>
                      <a:pt x="198246" y="2827"/>
                    </a:cubicBezTo>
                    <a:lnTo>
                      <a:pt x="198246" y="70622"/>
                    </a:lnTo>
                    <a:close/>
                  </a:path>
                </a:pathLst>
              </a:custGeom>
              <a:solidFill>
                <a:srgbClr val="EB262A"/>
              </a:solidFill>
              <a:ln w="223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3A7CF2DA-F117-0511-EF39-9FD8A6308DCA}"/>
                  </a:ext>
                </a:extLst>
              </p:cNvPr>
              <p:cNvSpPr/>
              <p:nvPr/>
            </p:nvSpPr>
            <p:spPr>
              <a:xfrm>
                <a:off x="3242723" y="801256"/>
                <a:ext cx="356620" cy="398291"/>
              </a:xfrm>
              <a:custGeom>
                <a:avLst/>
                <a:gdLst>
                  <a:gd name="connsiteX0" fmla="*/ 177732 w 356620"/>
                  <a:gd name="connsiteY0" fmla="*/ 0 h 398291"/>
                  <a:gd name="connsiteX1" fmla="*/ 251780 w 356620"/>
                  <a:gd name="connsiteY1" fmla="*/ 13405 h 398291"/>
                  <a:gd name="connsiteX2" fmla="*/ 308183 w 356620"/>
                  <a:gd name="connsiteY2" fmla="*/ 52120 h 398291"/>
                  <a:gd name="connsiteX3" fmla="*/ 344072 w 356620"/>
                  <a:gd name="connsiteY3" fmla="*/ 114519 h 398291"/>
                  <a:gd name="connsiteX4" fmla="*/ 356620 w 356620"/>
                  <a:gd name="connsiteY4" fmla="*/ 198846 h 398291"/>
                  <a:gd name="connsiteX5" fmla="*/ 343515 w 356620"/>
                  <a:gd name="connsiteY5" fmla="*/ 284885 h 398291"/>
                  <a:gd name="connsiteX6" fmla="*/ 306770 w 356620"/>
                  <a:gd name="connsiteY6" fmla="*/ 347284 h 398291"/>
                  <a:gd name="connsiteX7" fmla="*/ 250367 w 356620"/>
                  <a:gd name="connsiteY7" fmla="*/ 385486 h 398291"/>
                  <a:gd name="connsiteX8" fmla="*/ 177732 w 356620"/>
                  <a:gd name="connsiteY8" fmla="*/ 398291 h 398291"/>
                  <a:gd name="connsiteX9" fmla="*/ 105654 w 356620"/>
                  <a:gd name="connsiteY9" fmla="*/ 385486 h 398291"/>
                  <a:gd name="connsiteX10" fmla="*/ 49251 w 356620"/>
                  <a:gd name="connsiteY10" fmla="*/ 347284 h 398291"/>
                  <a:gd name="connsiteX11" fmla="*/ 12805 w 356620"/>
                  <a:gd name="connsiteY11" fmla="*/ 284885 h 398291"/>
                  <a:gd name="connsiteX12" fmla="*/ 0 w 356620"/>
                  <a:gd name="connsiteY12" fmla="*/ 198846 h 398291"/>
                  <a:gd name="connsiteX13" fmla="*/ 12805 w 356620"/>
                  <a:gd name="connsiteY13" fmla="*/ 113106 h 398291"/>
                  <a:gd name="connsiteX14" fmla="*/ 49251 w 356620"/>
                  <a:gd name="connsiteY14" fmla="*/ 50707 h 398291"/>
                  <a:gd name="connsiteX15" fmla="*/ 105654 w 356620"/>
                  <a:gd name="connsiteY15" fmla="*/ 12805 h 398291"/>
                  <a:gd name="connsiteX16" fmla="*/ 177732 w 356620"/>
                  <a:gd name="connsiteY16" fmla="*/ 0 h 398291"/>
                  <a:gd name="connsiteX17" fmla="*/ 177732 w 356620"/>
                  <a:gd name="connsiteY17" fmla="*/ 345229 h 398291"/>
                  <a:gd name="connsiteX18" fmla="*/ 257604 w 356620"/>
                  <a:gd name="connsiteY18" fmla="*/ 308355 h 398291"/>
                  <a:gd name="connsiteX19" fmla="*/ 287112 w 356620"/>
                  <a:gd name="connsiteY19" fmla="*/ 198846 h 398291"/>
                  <a:gd name="connsiteX20" fmla="*/ 279103 w 356620"/>
                  <a:gd name="connsiteY20" fmla="*/ 134220 h 398291"/>
                  <a:gd name="connsiteX21" fmla="*/ 256491 w 356620"/>
                  <a:gd name="connsiteY21" fmla="*/ 88481 h 398291"/>
                  <a:gd name="connsiteX22" fmla="*/ 221844 w 356620"/>
                  <a:gd name="connsiteY22" fmla="*/ 61029 h 398291"/>
                  <a:gd name="connsiteX23" fmla="*/ 177732 w 356620"/>
                  <a:gd name="connsiteY23" fmla="*/ 51864 h 398291"/>
                  <a:gd name="connsiteX24" fmla="*/ 133063 w 356620"/>
                  <a:gd name="connsiteY24" fmla="*/ 61585 h 398291"/>
                  <a:gd name="connsiteX25" fmla="*/ 98673 w 356620"/>
                  <a:gd name="connsiteY25" fmla="*/ 89894 h 398291"/>
                  <a:gd name="connsiteX26" fmla="*/ 76318 w 356620"/>
                  <a:gd name="connsiteY26" fmla="*/ 135933 h 398291"/>
                  <a:gd name="connsiteX27" fmla="*/ 68309 w 356620"/>
                  <a:gd name="connsiteY27" fmla="*/ 198846 h 398291"/>
                  <a:gd name="connsiteX28" fmla="*/ 97774 w 356620"/>
                  <a:gd name="connsiteY28" fmla="*/ 307798 h 398291"/>
                  <a:gd name="connsiteX29" fmla="*/ 177689 w 356620"/>
                  <a:gd name="connsiteY29" fmla="*/ 345229 h 3982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</a:cxnLst>
                <a:rect l="l" t="t" r="r" b="b"/>
                <a:pathLst>
                  <a:path w="356620" h="398291">
                    <a:moveTo>
                      <a:pt x="177732" y="0"/>
                    </a:moveTo>
                    <a:cubicBezTo>
                      <a:pt x="205056" y="0"/>
                      <a:pt x="229767" y="4454"/>
                      <a:pt x="251780" y="13405"/>
                    </a:cubicBezTo>
                    <a:cubicBezTo>
                      <a:pt x="273793" y="22313"/>
                      <a:pt x="292594" y="35247"/>
                      <a:pt x="308183" y="52120"/>
                    </a:cubicBezTo>
                    <a:cubicBezTo>
                      <a:pt x="323772" y="69037"/>
                      <a:pt x="335721" y="89808"/>
                      <a:pt x="344072" y="114519"/>
                    </a:cubicBezTo>
                    <a:cubicBezTo>
                      <a:pt x="352423" y="139188"/>
                      <a:pt x="356620" y="167325"/>
                      <a:pt x="356620" y="198846"/>
                    </a:cubicBezTo>
                    <a:cubicBezTo>
                      <a:pt x="356620" y="230367"/>
                      <a:pt x="352252" y="260174"/>
                      <a:pt x="343515" y="284885"/>
                    </a:cubicBezTo>
                    <a:cubicBezTo>
                      <a:pt x="334778" y="309554"/>
                      <a:pt x="322530" y="330368"/>
                      <a:pt x="306770" y="347284"/>
                    </a:cubicBezTo>
                    <a:cubicBezTo>
                      <a:pt x="291009" y="364201"/>
                      <a:pt x="272208" y="376921"/>
                      <a:pt x="250367" y="385486"/>
                    </a:cubicBezTo>
                    <a:cubicBezTo>
                      <a:pt x="228525" y="394009"/>
                      <a:pt x="204328" y="398291"/>
                      <a:pt x="177732" y="398291"/>
                    </a:cubicBezTo>
                    <a:cubicBezTo>
                      <a:pt x="151136" y="398291"/>
                      <a:pt x="127496" y="394009"/>
                      <a:pt x="105654" y="385486"/>
                    </a:cubicBezTo>
                    <a:cubicBezTo>
                      <a:pt x="83812" y="376921"/>
                      <a:pt x="65011" y="364201"/>
                      <a:pt x="49251" y="347284"/>
                    </a:cubicBezTo>
                    <a:cubicBezTo>
                      <a:pt x="33491" y="330368"/>
                      <a:pt x="21328" y="309597"/>
                      <a:pt x="12805" y="284885"/>
                    </a:cubicBezTo>
                    <a:cubicBezTo>
                      <a:pt x="4283" y="260174"/>
                      <a:pt x="0" y="231523"/>
                      <a:pt x="0" y="198846"/>
                    </a:cubicBezTo>
                    <a:cubicBezTo>
                      <a:pt x="0" y="166169"/>
                      <a:pt x="4283" y="137989"/>
                      <a:pt x="12805" y="113106"/>
                    </a:cubicBezTo>
                    <a:cubicBezTo>
                      <a:pt x="21328" y="88224"/>
                      <a:pt x="33491" y="67453"/>
                      <a:pt x="49251" y="50707"/>
                    </a:cubicBezTo>
                    <a:cubicBezTo>
                      <a:pt x="65011" y="34005"/>
                      <a:pt x="83812" y="21371"/>
                      <a:pt x="105654" y="12805"/>
                    </a:cubicBezTo>
                    <a:cubicBezTo>
                      <a:pt x="127496" y="4283"/>
                      <a:pt x="151522" y="0"/>
                      <a:pt x="177732" y="0"/>
                    </a:cubicBezTo>
                    <a:close/>
                    <a:moveTo>
                      <a:pt x="177732" y="345229"/>
                    </a:moveTo>
                    <a:cubicBezTo>
                      <a:pt x="211308" y="345229"/>
                      <a:pt x="237947" y="332937"/>
                      <a:pt x="257604" y="308355"/>
                    </a:cubicBezTo>
                    <a:cubicBezTo>
                      <a:pt x="277262" y="283772"/>
                      <a:pt x="287112" y="247240"/>
                      <a:pt x="287112" y="198846"/>
                    </a:cubicBezTo>
                    <a:cubicBezTo>
                      <a:pt x="287112" y="174049"/>
                      <a:pt x="284414" y="152507"/>
                      <a:pt x="279103" y="134220"/>
                    </a:cubicBezTo>
                    <a:cubicBezTo>
                      <a:pt x="273750" y="115933"/>
                      <a:pt x="266213" y="100686"/>
                      <a:pt x="256491" y="88481"/>
                    </a:cubicBezTo>
                    <a:cubicBezTo>
                      <a:pt x="246769" y="76275"/>
                      <a:pt x="235206" y="67153"/>
                      <a:pt x="221844" y="61029"/>
                    </a:cubicBezTo>
                    <a:cubicBezTo>
                      <a:pt x="208482" y="54947"/>
                      <a:pt x="193749" y="51864"/>
                      <a:pt x="177732" y="51864"/>
                    </a:cubicBezTo>
                    <a:cubicBezTo>
                      <a:pt x="161715" y="51864"/>
                      <a:pt x="146425" y="55118"/>
                      <a:pt x="133063" y="61585"/>
                    </a:cubicBezTo>
                    <a:cubicBezTo>
                      <a:pt x="119659" y="68052"/>
                      <a:pt x="108224" y="77517"/>
                      <a:pt x="98673" y="89894"/>
                    </a:cubicBezTo>
                    <a:cubicBezTo>
                      <a:pt x="89123" y="102271"/>
                      <a:pt x="81671" y="117646"/>
                      <a:pt x="76318" y="135933"/>
                    </a:cubicBezTo>
                    <a:cubicBezTo>
                      <a:pt x="70964" y="154220"/>
                      <a:pt x="68309" y="175205"/>
                      <a:pt x="68309" y="198846"/>
                    </a:cubicBezTo>
                    <a:cubicBezTo>
                      <a:pt x="68309" y="246512"/>
                      <a:pt x="78116" y="282830"/>
                      <a:pt x="97774" y="307798"/>
                    </a:cubicBezTo>
                    <a:cubicBezTo>
                      <a:pt x="117432" y="332766"/>
                      <a:pt x="144070" y="345229"/>
                      <a:pt x="177689" y="345229"/>
                    </a:cubicBezTo>
                    <a:close/>
                  </a:path>
                </a:pathLst>
              </a:custGeom>
              <a:solidFill>
                <a:srgbClr val="EB262A"/>
              </a:solidFill>
              <a:ln w="223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81F24903-3496-1F85-FB45-D6B2969F2037}"/>
                  </a:ext>
                </a:extLst>
              </p:cNvPr>
              <p:cNvSpPr/>
              <p:nvPr/>
            </p:nvSpPr>
            <p:spPr>
              <a:xfrm>
                <a:off x="3605125" y="664510"/>
                <a:ext cx="332123" cy="534995"/>
              </a:xfrm>
              <a:custGeom>
                <a:avLst/>
                <a:gdLst>
                  <a:gd name="connsiteX0" fmla="*/ 264328 w 332123"/>
                  <a:gd name="connsiteY0" fmla="*/ 480862 h 534995"/>
                  <a:gd name="connsiteX1" fmla="*/ 155719 w 332123"/>
                  <a:gd name="connsiteY1" fmla="*/ 534995 h 534995"/>
                  <a:gd name="connsiteX2" fmla="*/ 90065 w 332123"/>
                  <a:gd name="connsiteY2" fmla="*/ 521333 h 534995"/>
                  <a:gd name="connsiteX3" fmla="*/ 41200 w 332123"/>
                  <a:gd name="connsiteY3" fmla="*/ 482318 h 534995"/>
                  <a:gd name="connsiteX4" fmla="*/ 10493 w 332123"/>
                  <a:gd name="connsiteY4" fmla="*/ 420519 h 534995"/>
                  <a:gd name="connsiteX5" fmla="*/ 0 w 332123"/>
                  <a:gd name="connsiteY5" fmla="*/ 338462 h 534995"/>
                  <a:gd name="connsiteX6" fmla="*/ 11949 w 332123"/>
                  <a:gd name="connsiteY6" fmla="*/ 254435 h 534995"/>
                  <a:gd name="connsiteX7" fmla="*/ 45182 w 332123"/>
                  <a:gd name="connsiteY7" fmla="*/ 190923 h 534995"/>
                  <a:gd name="connsiteX8" fmla="*/ 95761 w 332123"/>
                  <a:gd name="connsiteY8" fmla="*/ 150751 h 534995"/>
                  <a:gd name="connsiteX9" fmla="*/ 160301 w 332123"/>
                  <a:gd name="connsiteY9" fmla="*/ 136790 h 534995"/>
                  <a:gd name="connsiteX10" fmla="*/ 264328 w 332123"/>
                  <a:gd name="connsiteY10" fmla="*/ 173835 h 534995"/>
                  <a:gd name="connsiteX11" fmla="*/ 264328 w 332123"/>
                  <a:gd name="connsiteY11" fmla="*/ 0 h 534995"/>
                  <a:gd name="connsiteX12" fmla="*/ 332123 w 332123"/>
                  <a:gd name="connsiteY12" fmla="*/ 0 h 534995"/>
                  <a:gd name="connsiteX13" fmla="*/ 332123 w 332123"/>
                  <a:gd name="connsiteY13" fmla="*/ 525873 h 534995"/>
                  <a:gd name="connsiteX14" fmla="*/ 264328 w 332123"/>
                  <a:gd name="connsiteY14" fmla="*/ 525873 h 534995"/>
                  <a:gd name="connsiteX15" fmla="*/ 264328 w 332123"/>
                  <a:gd name="connsiteY15" fmla="*/ 480862 h 534995"/>
                  <a:gd name="connsiteX16" fmla="*/ 264328 w 332123"/>
                  <a:gd name="connsiteY16" fmla="*/ 417649 h 534995"/>
                  <a:gd name="connsiteX17" fmla="*/ 264328 w 332123"/>
                  <a:gd name="connsiteY17" fmla="*/ 235120 h 534995"/>
                  <a:gd name="connsiteX18" fmla="*/ 164070 w 332123"/>
                  <a:gd name="connsiteY18" fmla="*/ 188610 h 534995"/>
                  <a:gd name="connsiteX19" fmla="*/ 94562 w 332123"/>
                  <a:gd name="connsiteY19" fmla="*/ 225784 h 534995"/>
                  <a:gd name="connsiteX20" fmla="*/ 68352 w 332123"/>
                  <a:gd name="connsiteY20" fmla="*/ 338462 h 534995"/>
                  <a:gd name="connsiteX21" fmla="*/ 93149 w 332123"/>
                  <a:gd name="connsiteY21" fmla="*/ 446001 h 534995"/>
                  <a:gd name="connsiteX22" fmla="*/ 161244 w 332123"/>
                  <a:gd name="connsiteY22" fmla="*/ 482018 h 534995"/>
                  <a:gd name="connsiteX23" fmla="*/ 264371 w 332123"/>
                  <a:gd name="connsiteY23" fmla="*/ 417649 h 5349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332123" h="534995">
                    <a:moveTo>
                      <a:pt x="264328" y="480862"/>
                    </a:moveTo>
                    <a:cubicBezTo>
                      <a:pt x="234007" y="516965"/>
                      <a:pt x="197818" y="534995"/>
                      <a:pt x="155719" y="534995"/>
                    </a:cubicBezTo>
                    <a:cubicBezTo>
                      <a:pt x="131093" y="534995"/>
                      <a:pt x="109209" y="530455"/>
                      <a:pt x="90065" y="521333"/>
                    </a:cubicBezTo>
                    <a:cubicBezTo>
                      <a:pt x="70921" y="512211"/>
                      <a:pt x="54604" y="499235"/>
                      <a:pt x="41200" y="482318"/>
                    </a:cubicBezTo>
                    <a:cubicBezTo>
                      <a:pt x="27752" y="465444"/>
                      <a:pt x="17516" y="444801"/>
                      <a:pt x="10493" y="420519"/>
                    </a:cubicBezTo>
                    <a:cubicBezTo>
                      <a:pt x="3469" y="396193"/>
                      <a:pt x="0" y="368869"/>
                      <a:pt x="0" y="338462"/>
                    </a:cubicBezTo>
                    <a:cubicBezTo>
                      <a:pt x="0" y="308055"/>
                      <a:pt x="3983" y="279318"/>
                      <a:pt x="11949" y="254435"/>
                    </a:cubicBezTo>
                    <a:cubicBezTo>
                      <a:pt x="19915" y="229553"/>
                      <a:pt x="30964" y="208396"/>
                      <a:pt x="45182" y="190923"/>
                    </a:cubicBezTo>
                    <a:cubicBezTo>
                      <a:pt x="59401" y="173449"/>
                      <a:pt x="76275" y="160045"/>
                      <a:pt x="95761" y="150751"/>
                    </a:cubicBezTo>
                    <a:cubicBezTo>
                      <a:pt x="115290" y="141458"/>
                      <a:pt x="136789" y="136790"/>
                      <a:pt x="160301" y="136790"/>
                    </a:cubicBezTo>
                    <a:cubicBezTo>
                      <a:pt x="201629" y="136790"/>
                      <a:pt x="236277" y="149124"/>
                      <a:pt x="264328" y="173835"/>
                    </a:cubicBezTo>
                    <a:lnTo>
                      <a:pt x="264328" y="0"/>
                    </a:lnTo>
                    <a:lnTo>
                      <a:pt x="332123" y="0"/>
                    </a:lnTo>
                    <a:lnTo>
                      <a:pt x="332123" y="525873"/>
                    </a:lnTo>
                    <a:lnTo>
                      <a:pt x="264328" y="525873"/>
                    </a:lnTo>
                    <a:lnTo>
                      <a:pt x="264328" y="480862"/>
                    </a:lnTo>
                    <a:close/>
                    <a:moveTo>
                      <a:pt x="264328" y="417649"/>
                    </a:moveTo>
                    <a:lnTo>
                      <a:pt x="264328" y="235120"/>
                    </a:lnTo>
                    <a:cubicBezTo>
                      <a:pt x="234692" y="204114"/>
                      <a:pt x="201287" y="188610"/>
                      <a:pt x="164070" y="188610"/>
                    </a:cubicBezTo>
                    <a:cubicBezTo>
                      <a:pt x="135205" y="188610"/>
                      <a:pt x="112035" y="200987"/>
                      <a:pt x="94562" y="225784"/>
                    </a:cubicBezTo>
                    <a:cubicBezTo>
                      <a:pt x="77089" y="250581"/>
                      <a:pt x="68352" y="288140"/>
                      <a:pt x="68352" y="338462"/>
                    </a:cubicBezTo>
                    <a:cubicBezTo>
                      <a:pt x="68352" y="386128"/>
                      <a:pt x="76618" y="421975"/>
                      <a:pt x="93149" y="446001"/>
                    </a:cubicBezTo>
                    <a:cubicBezTo>
                      <a:pt x="109680" y="470027"/>
                      <a:pt x="132335" y="482018"/>
                      <a:pt x="161244" y="482018"/>
                    </a:cubicBezTo>
                    <a:cubicBezTo>
                      <a:pt x="198460" y="482018"/>
                      <a:pt x="232808" y="460562"/>
                      <a:pt x="264371" y="417649"/>
                    </a:cubicBezTo>
                    <a:close/>
                  </a:path>
                </a:pathLst>
              </a:custGeom>
              <a:solidFill>
                <a:srgbClr val="EB262A"/>
              </a:solidFill>
              <a:ln w="223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17" name="Freeform: Shape 16">
                <a:extLst>
                  <a:ext uri="{FF2B5EF4-FFF2-40B4-BE49-F238E27FC236}">
                    <a16:creationId xmlns:a16="http://schemas.microsoft.com/office/drawing/2014/main" id="{DC604164-B902-8759-CF75-FBDFF03B93AE}"/>
                  </a:ext>
                </a:extLst>
              </p:cNvPr>
              <p:cNvSpPr/>
              <p:nvPr/>
            </p:nvSpPr>
            <p:spPr>
              <a:xfrm>
                <a:off x="3969197" y="801299"/>
                <a:ext cx="330367" cy="398162"/>
              </a:xfrm>
              <a:custGeom>
                <a:avLst/>
                <a:gdLst>
                  <a:gd name="connsiteX0" fmla="*/ 262615 w 330367"/>
                  <a:gd name="connsiteY0" fmla="*/ 350325 h 398162"/>
                  <a:gd name="connsiteX1" fmla="*/ 129594 w 330367"/>
                  <a:gd name="connsiteY1" fmla="*/ 398163 h 398162"/>
                  <a:gd name="connsiteX2" fmla="*/ 77859 w 330367"/>
                  <a:gd name="connsiteY2" fmla="*/ 390197 h 398162"/>
                  <a:gd name="connsiteX3" fmla="*/ 36660 w 330367"/>
                  <a:gd name="connsiteY3" fmla="*/ 367670 h 398162"/>
                  <a:gd name="connsiteX4" fmla="*/ 9679 w 330367"/>
                  <a:gd name="connsiteY4" fmla="*/ 332937 h 398162"/>
                  <a:gd name="connsiteX5" fmla="*/ 0 w 330367"/>
                  <a:gd name="connsiteY5" fmla="*/ 288226 h 398162"/>
                  <a:gd name="connsiteX6" fmla="*/ 229638 w 330367"/>
                  <a:gd name="connsiteY6" fmla="*/ 154349 h 398162"/>
                  <a:gd name="connsiteX7" fmla="*/ 262615 w 330367"/>
                  <a:gd name="connsiteY7" fmla="*/ 154349 h 398162"/>
                  <a:gd name="connsiteX8" fmla="*/ 260345 w 330367"/>
                  <a:gd name="connsiteY8" fmla="*/ 108524 h 398162"/>
                  <a:gd name="connsiteX9" fmla="*/ 249296 w 330367"/>
                  <a:gd name="connsiteY9" fmla="*/ 76446 h 398162"/>
                  <a:gd name="connsiteX10" fmla="*/ 222401 w 330367"/>
                  <a:gd name="connsiteY10" fmla="*/ 57816 h 398162"/>
                  <a:gd name="connsiteX11" fmla="*/ 171993 w 330367"/>
                  <a:gd name="connsiteY11" fmla="*/ 51821 h 398162"/>
                  <a:gd name="connsiteX12" fmla="*/ 79144 w 330367"/>
                  <a:gd name="connsiteY12" fmla="*/ 117346 h 398162"/>
                  <a:gd name="connsiteX13" fmla="*/ 11349 w 330367"/>
                  <a:gd name="connsiteY13" fmla="*/ 117346 h 398162"/>
                  <a:gd name="connsiteX14" fmla="*/ 175419 w 330367"/>
                  <a:gd name="connsiteY14" fmla="*/ 0 h 398162"/>
                  <a:gd name="connsiteX15" fmla="*/ 240645 w 330367"/>
                  <a:gd name="connsiteY15" fmla="*/ 5996 h 398162"/>
                  <a:gd name="connsiteX16" fmla="*/ 289339 w 330367"/>
                  <a:gd name="connsiteY16" fmla="*/ 27923 h 398162"/>
                  <a:gd name="connsiteX17" fmla="*/ 319832 w 330367"/>
                  <a:gd name="connsiteY17" fmla="*/ 71778 h 398162"/>
                  <a:gd name="connsiteX18" fmla="*/ 330367 w 330367"/>
                  <a:gd name="connsiteY18" fmla="*/ 142999 h 398162"/>
                  <a:gd name="connsiteX19" fmla="*/ 330367 w 330367"/>
                  <a:gd name="connsiteY19" fmla="*/ 389126 h 398162"/>
                  <a:gd name="connsiteX20" fmla="*/ 262572 w 330367"/>
                  <a:gd name="connsiteY20" fmla="*/ 389126 h 398162"/>
                  <a:gd name="connsiteX21" fmla="*/ 262572 w 330367"/>
                  <a:gd name="connsiteY21" fmla="*/ 350411 h 398162"/>
                  <a:gd name="connsiteX22" fmla="*/ 262615 w 330367"/>
                  <a:gd name="connsiteY22" fmla="*/ 288911 h 398162"/>
                  <a:gd name="connsiteX23" fmla="*/ 262615 w 330367"/>
                  <a:gd name="connsiteY23" fmla="*/ 203899 h 398162"/>
                  <a:gd name="connsiteX24" fmla="*/ 216447 w 330367"/>
                  <a:gd name="connsiteY24" fmla="*/ 203899 h 398162"/>
                  <a:gd name="connsiteX25" fmla="*/ 69465 w 330367"/>
                  <a:gd name="connsiteY25" fmla="*/ 284885 h 398162"/>
                  <a:gd name="connsiteX26" fmla="*/ 90536 w 330367"/>
                  <a:gd name="connsiteY26" fmla="*/ 329682 h 398162"/>
                  <a:gd name="connsiteX27" fmla="*/ 149209 w 330367"/>
                  <a:gd name="connsiteY27" fmla="*/ 345186 h 398162"/>
                  <a:gd name="connsiteX28" fmla="*/ 181972 w 330367"/>
                  <a:gd name="connsiteY28" fmla="*/ 341460 h 398162"/>
                  <a:gd name="connsiteX29" fmla="*/ 213021 w 330367"/>
                  <a:gd name="connsiteY29" fmla="*/ 330239 h 398162"/>
                  <a:gd name="connsiteX30" fmla="*/ 240645 w 330367"/>
                  <a:gd name="connsiteY30" fmla="*/ 312423 h 398162"/>
                  <a:gd name="connsiteX31" fmla="*/ 262572 w 330367"/>
                  <a:gd name="connsiteY31" fmla="*/ 288868 h 3981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</a:cxnLst>
                <a:rect l="l" t="t" r="r" b="b"/>
                <a:pathLst>
                  <a:path w="330367" h="398162">
                    <a:moveTo>
                      <a:pt x="262615" y="350325"/>
                    </a:moveTo>
                    <a:cubicBezTo>
                      <a:pt x="227754" y="382231"/>
                      <a:pt x="183428" y="398163"/>
                      <a:pt x="129594" y="398163"/>
                    </a:cubicBezTo>
                    <a:cubicBezTo>
                      <a:pt x="111007" y="398163"/>
                      <a:pt x="93791" y="395508"/>
                      <a:pt x="77859" y="390197"/>
                    </a:cubicBezTo>
                    <a:cubicBezTo>
                      <a:pt x="61928" y="384886"/>
                      <a:pt x="48223" y="377392"/>
                      <a:pt x="36660" y="367670"/>
                    </a:cubicBezTo>
                    <a:cubicBezTo>
                      <a:pt x="25097" y="357991"/>
                      <a:pt x="16103" y="346428"/>
                      <a:pt x="9679" y="332937"/>
                    </a:cubicBezTo>
                    <a:cubicBezTo>
                      <a:pt x="3212" y="319447"/>
                      <a:pt x="0" y="304543"/>
                      <a:pt x="0" y="288226"/>
                    </a:cubicBezTo>
                    <a:cubicBezTo>
                      <a:pt x="0" y="198974"/>
                      <a:pt x="76532" y="154349"/>
                      <a:pt x="229638" y="154349"/>
                    </a:cubicBezTo>
                    <a:lnTo>
                      <a:pt x="262615" y="154349"/>
                    </a:lnTo>
                    <a:cubicBezTo>
                      <a:pt x="262615" y="136789"/>
                      <a:pt x="261844" y="121500"/>
                      <a:pt x="260345" y="108524"/>
                    </a:cubicBezTo>
                    <a:cubicBezTo>
                      <a:pt x="258803" y="95547"/>
                      <a:pt x="255163" y="84840"/>
                      <a:pt x="249296" y="76446"/>
                    </a:cubicBezTo>
                    <a:cubicBezTo>
                      <a:pt x="243429" y="68052"/>
                      <a:pt x="234478" y="61842"/>
                      <a:pt x="222401" y="57816"/>
                    </a:cubicBezTo>
                    <a:cubicBezTo>
                      <a:pt x="210323" y="53834"/>
                      <a:pt x="193535" y="51821"/>
                      <a:pt x="171993" y="51821"/>
                    </a:cubicBezTo>
                    <a:cubicBezTo>
                      <a:pt x="111607" y="51821"/>
                      <a:pt x="80643" y="73662"/>
                      <a:pt x="79144" y="117346"/>
                    </a:cubicBezTo>
                    <a:lnTo>
                      <a:pt x="11349" y="117346"/>
                    </a:lnTo>
                    <a:cubicBezTo>
                      <a:pt x="16660" y="39101"/>
                      <a:pt x="71350" y="0"/>
                      <a:pt x="175419" y="0"/>
                    </a:cubicBezTo>
                    <a:cubicBezTo>
                      <a:pt x="199745" y="0"/>
                      <a:pt x="221458" y="2013"/>
                      <a:pt x="240645" y="5996"/>
                    </a:cubicBezTo>
                    <a:cubicBezTo>
                      <a:pt x="259789" y="9979"/>
                      <a:pt x="276063" y="17302"/>
                      <a:pt x="289339" y="27923"/>
                    </a:cubicBezTo>
                    <a:cubicBezTo>
                      <a:pt x="302615" y="38544"/>
                      <a:pt x="312808" y="53191"/>
                      <a:pt x="319832" y="71778"/>
                    </a:cubicBezTo>
                    <a:cubicBezTo>
                      <a:pt x="326855" y="90365"/>
                      <a:pt x="330367" y="114134"/>
                      <a:pt x="330367" y="142999"/>
                    </a:cubicBezTo>
                    <a:lnTo>
                      <a:pt x="330367" y="389126"/>
                    </a:lnTo>
                    <a:lnTo>
                      <a:pt x="262572" y="389126"/>
                    </a:lnTo>
                    <a:lnTo>
                      <a:pt x="262572" y="350411"/>
                    </a:lnTo>
                    <a:close/>
                    <a:moveTo>
                      <a:pt x="262615" y="288911"/>
                    </a:moveTo>
                    <a:lnTo>
                      <a:pt x="262615" y="203899"/>
                    </a:lnTo>
                    <a:lnTo>
                      <a:pt x="216447" y="203899"/>
                    </a:lnTo>
                    <a:cubicBezTo>
                      <a:pt x="118459" y="203899"/>
                      <a:pt x="69465" y="230923"/>
                      <a:pt x="69465" y="284885"/>
                    </a:cubicBezTo>
                    <a:cubicBezTo>
                      <a:pt x="69465" y="304414"/>
                      <a:pt x="76489" y="319361"/>
                      <a:pt x="90536" y="329682"/>
                    </a:cubicBezTo>
                    <a:cubicBezTo>
                      <a:pt x="104583" y="340047"/>
                      <a:pt x="124155" y="345186"/>
                      <a:pt x="149209" y="345186"/>
                    </a:cubicBezTo>
                    <a:cubicBezTo>
                      <a:pt x="160216" y="345186"/>
                      <a:pt x="171137" y="343944"/>
                      <a:pt x="181972" y="341460"/>
                    </a:cubicBezTo>
                    <a:cubicBezTo>
                      <a:pt x="192807" y="338976"/>
                      <a:pt x="203128" y="335250"/>
                      <a:pt x="213021" y="330239"/>
                    </a:cubicBezTo>
                    <a:cubicBezTo>
                      <a:pt x="222872" y="325271"/>
                      <a:pt x="232122" y="319318"/>
                      <a:pt x="240645" y="312423"/>
                    </a:cubicBezTo>
                    <a:cubicBezTo>
                      <a:pt x="249167" y="305528"/>
                      <a:pt x="256491" y="297691"/>
                      <a:pt x="262572" y="288868"/>
                    </a:cubicBezTo>
                    <a:close/>
                  </a:path>
                </a:pathLst>
              </a:custGeom>
              <a:solidFill>
                <a:srgbClr val="EB262A"/>
              </a:solidFill>
              <a:ln w="223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18" name="Freeform: Shape 17">
                <a:extLst>
                  <a:ext uri="{FF2B5EF4-FFF2-40B4-BE49-F238E27FC236}">
                    <a16:creationId xmlns:a16="http://schemas.microsoft.com/office/drawing/2014/main" id="{BD6A4625-5A13-6CD6-A61C-DEE4337D9E69}"/>
                  </a:ext>
                </a:extLst>
              </p:cNvPr>
              <p:cNvSpPr/>
              <p:nvPr/>
            </p:nvSpPr>
            <p:spPr>
              <a:xfrm>
                <a:off x="4353784" y="801256"/>
                <a:ext cx="332722" cy="535594"/>
              </a:xfrm>
              <a:custGeom>
                <a:avLst/>
                <a:gdLst>
                  <a:gd name="connsiteX0" fmla="*/ 68352 w 332722"/>
                  <a:gd name="connsiteY0" fmla="*/ 52977 h 535594"/>
                  <a:gd name="connsiteX1" fmla="*/ 176918 w 332722"/>
                  <a:gd name="connsiteY1" fmla="*/ 0 h 535594"/>
                  <a:gd name="connsiteX2" fmla="*/ 242872 w 332722"/>
                  <a:gd name="connsiteY2" fmla="*/ 13962 h 535594"/>
                  <a:gd name="connsiteX3" fmla="*/ 291780 w 332722"/>
                  <a:gd name="connsiteY3" fmla="*/ 53277 h 535594"/>
                  <a:gd name="connsiteX4" fmla="*/ 322187 w 332722"/>
                  <a:gd name="connsiteY4" fmla="*/ 114819 h 535594"/>
                  <a:gd name="connsiteX5" fmla="*/ 332723 w 332722"/>
                  <a:gd name="connsiteY5" fmla="*/ 195463 h 535594"/>
                  <a:gd name="connsiteX6" fmla="*/ 320774 w 332722"/>
                  <a:gd name="connsiteY6" fmla="*/ 279189 h 535594"/>
                  <a:gd name="connsiteX7" fmla="*/ 287241 w 332722"/>
                  <a:gd name="connsiteY7" fmla="*/ 343301 h 535594"/>
                  <a:gd name="connsiteX8" fmla="*/ 236062 w 332722"/>
                  <a:gd name="connsiteY8" fmla="*/ 384030 h 535594"/>
                  <a:gd name="connsiteX9" fmla="*/ 171822 w 332722"/>
                  <a:gd name="connsiteY9" fmla="*/ 398291 h 535594"/>
                  <a:gd name="connsiteX10" fmla="*/ 68352 w 332722"/>
                  <a:gd name="connsiteY10" fmla="*/ 360132 h 535594"/>
                  <a:gd name="connsiteX11" fmla="*/ 68352 w 332722"/>
                  <a:gd name="connsiteY11" fmla="*/ 535595 h 535594"/>
                  <a:gd name="connsiteX12" fmla="*/ 0 w 332722"/>
                  <a:gd name="connsiteY12" fmla="*/ 535595 h 535594"/>
                  <a:gd name="connsiteX13" fmla="*/ 0 w 332722"/>
                  <a:gd name="connsiteY13" fmla="*/ 7966 h 535594"/>
                  <a:gd name="connsiteX14" fmla="*/ 68352 w 332722"/>
                  <a:gd name="connsiteY14" fmla="*/ 7966 h 535594"/>
                  <a:gd name="connsiteX15" fmla="*/ 68352 w 332722"/>
                  <a:gd name="connsiteY15" fmla="*/ 52977 h 535594"/>
                  <a:gd name="connsiteX16" fmla="*/ 68352 w 332722"/>
                  <a:gd name="connsiteY16" fmla="*/ 299661 h 535594"/>
                  <a:gd name="connsiteX17" fmla="*/ 168053 w 332722"/>
                  <a:gd name="connsiteY17" fmla="*/ 345229 h 535594"/>
                  <a:gd name="connsiteX18" fmla="*/ 237861 w 332722"/>
                  <a:gd name="connsiteY18" fmla="*/ 308055 h 535594"/>
                  <a:gd name="connsiteX19" fmla="*/ 263215 w 332722"/>
                  <a:gd name="connsiteY19" fmla="*/ 195377 h 535594"/>
                  <a:gd name="connsiteX20" fmla="*/ 239274 w 332722"/>
                  <a:gd name="connsiteY20" fmla="*/ 87838 h 535594"/>
                  <a:gd name="connsiteX21" fmla="*/ 170923 w 332722"/>
                  <a:gd name="connsiteY21" fmla="*/ 51821 h 535594"/>
                  <a:gd name="connsiteX22" fmla="*/ 68395 w 332722"/>
                  <a:gd name="connsiteY22" fmla="*/ 117774 h 535594"/>
                  <a:gd name="connsiteX23" fmla="*/ 68395 w 332722"/>
                  <a:gd name="connsiteY23" fmla="*/ 299618 h 535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332722" h="535594">
                    <a:moveTo>
                      <a:pt x="68352" y="52977"/>
                    </a:moveTo>
                    <a:cubicBezTo>
                      <a:pt x="98288" y="17645"/>
                      <a:pt x="134477" y="0"/>
                      <a:pt x="176918" y="0"/>
                    </a:cubicBezTo>
                    <a:cubicBezTo>
                      <a:pt x="201544" y="0"/>
                      <a:pt x="223514" y="4668"/>
                      <a:pt x="242872" y="13962"/>
                    </a:cubicBezTo>
                    <a:cubicBezTo>
                      <a:pt x="262187" y="23255"/>
                      <a:pt x="278504" y="36360"/>
                      <a:pt x="291780" y="53277"/>
                    </a:cubicBezTo>
                    <a:cubicBezTo>
                      <a:pt x="305057" y="70193"/>
                      <a:pt x="315164" y="90708"/>
                      <a:pt x="322187" y="114819"/>
                    </a:cubicBezTo>
                    <a:cubicBezTo>
                      <a:pt x="329211" y="138931"/>
                      <a:pt x="332723" y="165826"/>
                      <a:pt x="332723" y="195463"/>
                    </a:cubicBezTo>
                    <a:cubicBezTo>
                      <a:pt x="332723" y="225099"/>
                      <a:pt x="328740" y="254136"/>
                      <a:pt x="320774" y="279189"/>
                    </a:cubicBezTo>
                    <a:cubicBezTo>
                      <a:pt x="312808" y="304243"/>
                      <a:pt x="301630" y="325614"/>
                      <a:pt x="287241" y="343301"/>
                    </a:cubicBezTo>
                    <a:cubicBezTo>
                      <a:pt x="272851" y="360989"/>
                      <a:pt x="255763" y="374565"/>
                      <a:pt x="236062" y="384030"/>
                    </a:cubicBezTo>
                    <a:cubicBezTo>
                      <a:pt x="216362" y="393538"/>
                      <a:pt x="194948" y="398291"/>
                      <a:pt x="171822" y="398291"/>
                    </a:cubicBezTo>
                    <a:cubicBezTo>
                      <a:pt x="130879" y="398291"/>
                      <a:pt x="96404" y="385572"/>
                      <a:pt x="68352" y="360132"/>
                    </a:cubicBezTo>
                    <a:lnTo>
                      <a:pt x="68352" y="535595"/>
                    </a:lnTo>
                    <a:lnTo>
                      <a:pt x="0" y="535595"/>
                    </a:lnTo>
                    <a:lnTo>
                      <a:pt x="0" y="7966"/>
                    </a:lnTo>
                    <a:lnTo>
                      <a:pt x="68352" y="7966"/>
                    </a:lnTo>
                    <a:lnTo>
                      <a:pt x="68352" y="52977"/>
                    </a:lnTo>
                    <a:close/>
                    <a:moveTo>
                      <a:pt x="68352" y="299661"/>
                    </a:moveTo>
                    <a:cubicBezTo>
                      <a:pt x="96832" y="330068"/>
                      <a:pt x="130066" y="345229"/>
                      <a:pt x="168053" y="345229"/>
                    </a:cubicBezTo>
                    <a:cubicBezTo>
                      <a:pt x="197689" y="345229"/>
                      <a:pt x="220944" y="332852"/>
                      <a:pt x="237861" y="308055"/>
                    </a:cubicBezTo>
                    <a:cubicBezTo>
                      <a:pt x="254778" y="283258"/>
                      <a:pt x="263215" y="245699"/>
                      <a:pt x="263215" y="195377"/>
                    </a:cubicBezTo>
                    <a:cubicBezTo>
                      <a:pt x="263215" y="147710"/>
                      <a:pt x="255249" y="111864"/>
                      <a:pt x="239274" y="87838"/>
                    </a:cubicBezTo>
                    <a:cubicBezTo>
                      <a:pt x="223300" y="63812"/>
                      <a:pt x="200516" y="51821"/>
                      <a:pt x="170923" y="51821"/>
                    </a:cubicBezTo>
                    <a:cubicBezTo>
                      <a:pt x="133706" y="51821"/>
                      <a:pt x="99530" y="73834"/>
                      <a:pt x="68395" y="117774"/>
                    </a:cubicBezTo>
                    <a:lnTo>
                      <a:pt x="68395" y="299618"/>
                    </a:lnTo>
                    <a:close/>
                  </a:path>
                </a:pathLst>
              </a:custGeom>
              <a:solidFill>
                <a:srgbClr val="EB262A"/>
              </a:solidFill>
              <a:ln w="223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19" name="Freeform: Shape 18">
                <a:extLst>
                  <a:ext uri="{FF2B5EF4-FFF2-40B4-BE49-F238E27FC236}">
                    <a16:creationId xmlns:a16="http://schemas.microsoft.com/office/drawing/2014/main" id="{9D788C37-477F-367C-40A8-3855DF3BBF38}"/>
                  </a:ext>
                </a:extLst>
              </p:cNvPr>
              <p:cNvSpPr/>
              <p:nvPr/>
            </p:nvSpPr>
            <p:spPr>
              <a:xfrm>
                <a:off x="4678583" y="715303"/>
                <a:ext cx="185697" cy="480219"/>
              </a:xfrm>
              <a:custGeom>
                <a:avLst/>
                <a:gdLst>
                  <a:gd name="connsiteX0" fmla="*/ 185698 w 185697"/>
                  <a:gd name="connsiteY0" fmla="*/ 475637 h 480219"/>
                  <a:gd name="connsiteX1" fmla="*/ 162357 w 185697"/>
                  <a:gd name="connsiteY1" fmla="*/ 479063 h 480219"/>
                  <a:gd name="connsiteX2" fmla="*/ 137303 w 185697"/>
                  <a:gd name="connsiteY2" fmla="*/ 480219 h 480219"/>
                  <a:gd name="connsiteX3" fmla="*/ 86939 w 185697"/>
                  <a:gd name="connsiteY3" fmla="*/ 472254 h 480219"/>
                  <a:gd name="connsiteX4" fmla="*/ 59658 w 185697"/>
                  <a:gd name="connsiteY4" fmla="*/ 449127 h 480219"/>
                  <a:gd name="connsiteX5" fmla="*/ 48737 w 185697"/>
                  <a:gd name="connsiteY5" fmla="*/ 412339 h 480219"/>
                  <a:gd name="connsiteX6" fmla="*/ 46724 w 185697"/>
                  <a:gd name="connsiteY6" fmla="*/ 363259 h 480219"/>
                  <a:gd name="connsiteX7" fmla="*/ 46724 w 185697"/>
                  <a:gd name="connsiteY7" fmla="*/ 146982 h 480219"/>
                  <a:gd name="connsiteX8" fmla="*/ 0 w 185697"/>
                  <a:gd name="connsiteY8" fmla="*/ 146982 h 480219"/>
                  <a:gd name="connsiteX9" fmla="*/ 0 w 185697"/>
                  <a:gd name="connsiteY9" fmla="*/ 94005 h 480219"/>
                  <a:gd name="connsiteX10" fmla="*/ 46724 w 185697"/>
                  <a:gd name="connsiteY10" fmla="*/ 94005 h 480219"/>
                  <a:gd name="connsiteX11" fmla="*/ 46724 w 185697"/>
                  <a:gd name="connsiteY11" fmla="*/ 0 h 480219"/>
                  <a:gd name="connsiteX12" fmla="*/ 115076 w 185697"/>
                  <a:gd name="connsiteY12" fmla="*/ 0 h 480219"/>
                  <a:gd name="connsiteX13" fmla="*/ 115076 w 185697"/>
                  <a:gd name="connsiteY13" fmla="*/ 94005 h 480219"/>
                  <a:gd name="connsiteX14" fmla="*/ 176576 w 185697"/>
                  <a:gd name="connsiteY14" fmla="*/ 94005 h 480219"/>
                  <a:gd name="connsiteX15" fmla="*/ 176576 w 185697"/>
                  <a:gd name="connsiteY15" fmla="*/ 146982 h 480219"/>
                  <a:gd name="connsiteX16" fmla="*/ 115076 w 185697"/>
                  <a:gd name="connsiteY16" fmla="*/ 146982 h 480219"/>
                  <a:gd name="connsiteX17" fmla="*/ 115076 w 185697"/>
                  <a:gd name="connsiteY17" fmla="*/ 367199 h 480219"/>
                  <a:gd name="connsiteX18" fmla="*/ 117646 w 185697"/>
                  <a:gd name="connsiteY18" fmla="*/ 399233 h 480219"/>
                  <a:gd name="connsiteX19" fmla="*/ 124755 w 185697"/>
                  <a:gd name="connsiteY19" fmla="*/ 417563 h 480219"/>
                  <a:gd name="connsiteX20" fmla="*/ 136447 w 185697"/>
                  <a:gd name="connsiteY20" fmla="*/ 425829 h 480219"/>
                  <a:gd name="connsiteX21" fmla="*/ 152122 w 185697"/>
                  <a:gd name="connsiteY21" fmla="*/ 427799 h 480219"/>
                  <a:gd name="connsiteX22" fmla="*/ 169466 w 185697"/>
                  <a:gd name="connsiteY22" fmla="*/ 427242 h 480219"/>
                  <a:gd name="connsiteX23" fmla="*/ 185698 w 185697"/>
                  <a:gd name="connsiteY23" fmla="*/ 424973 h 480219"/>
                  <a:gd name="connsiteX24" fmla="*/ 185698 w 185697"/>
                  <a:gd name="connsiteY24" fmla="*/ 475680 h 480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5697" h="480219">
                    <a:moveTo>
                      <a:pt x="185698" y="475637"/>
                    </a:moveTo>
                    <a:cubicBezTo>
                      <a:pt x="178118" y="477179"/>
                      <a:pt x="170323" y="478292"/>
                      <a:pt x="162357" y="479063"/>
                    </a:cubicBezTo>
                    <a:cubicBezTo>
                      <a:pt x="154391" y="479791"/>
                      <a:pt x="146040" y="480219"/>
                      <a:pt x="137303" y="480219"/>
                    </a:cubicBezTo>
                    <a:cubicBezTo>
                      <a:pt x="115976" y="480219"/>
                      <a:pt x="99187" y="477564"/>
                      <a:pt x="86939" y="472254"/>
                    </a:cubicBezTo>
                    <a:cubicBezTo>
                      <a:pt x="74690" y="466943"/>
                      <a:pt x="65568" y="459191"/>
                      <a:pt x="59658" y="449127"/>
                    </a:cubicBezTo>
                    <a:cubicBezTo>
                      <a:pt x="53705" y="439063"/>
                      <a:pt x="50065" y="426771"/>
                      <a:pt x="48737" y="412339"/>
                    </a:cubicBezTo>
                    <a:cubicBezTo>
                      <a:pt x="47410" y="397863"/>
                      <a:pt x="46724" y="381546"/>
                      <a:pt x="46724" y="363259"/>
                    </a:cubicBezTo>
                    <a:lnTo>
                      <a:pt x="46724" y="146982"/>
                    </a:lnTo>
                    <a:lnTo>
                      <a:pt x="0" y="146982"/>
                    </a:lnTo>
                    <a:lnTo>
                      <a:pt x="0" y="94005"/>
                    </a:lnTo>
                    <a:lnTo>
                      <a:pt x="46724" y="94005"/>
                    </a:lnTo>
                    <a:lnTo>
                      <a:pt x="46724" y="0"/>
                    </a:lnTo>
                    <a:lnTo>
                      <a:pt x="115076" y="0"/>
                    </a:lnTo>
                    <a:lnTo>
                      <a:pt x="115076" y="94005"/>
                    </a:lnTo>
                    <a:lnTo>
                      <a:pt x="176576" y="94005"/>
                    </a:lnTo>
                    <a:lnTo>
                      <a:pt x="176576" y="146982"/>
                    </a:lnTo>
                    <a:lnTo>
                      <a:pt x="115076" y="146982"/>
                    </a:lnTo>
                    <a:lnTo>
                      <a:pt x="115076" y="367199"/>
                    </a:lnTo>
                    <a:cubicBezTo>
                      <a:pt x="115076" y="380518"/>
                      <a:pt x="115933" y="391225"/>
                      <a:pt x="117646" y="399233"/>
                    </a:cubicBezTo>
                    <a:cubicBezTo>
                      <a:pt x="119359" y="407242"/>
                      <a:pt x="121714" y="413324"/>
                      <a:pt x="124755" y="417563"/>
                    </a:cubicBezTo>
                    <a:cubicBezTo>
                      <a:pt x="127796" y="421761"/>
                      <a:pt x="131693" y="424501"/>
                      <a:pt x="136447" y="425829"/>
                    </a:cubicBezTo>
                    <a:cubicBezTo>
                      <a:pt x="141201" y="427157"/>
                      <a:pt x="146425" y="427799"/>
                      <a:pt x="152122" y="427799"/>
                    </a:cubicBezTo>
                    <a:cubicBezTo>
                      <a:pt x="158203" y="427799"/>
                      <a:pt x="163984" y="427628"/>
                      <a:pt x="169466" y="427242"/>
                    </a:cubicBezTo>
                    <a:cubicBezTo>
                      <a:pt x="174991" y="426857"/>
                      <a:pt x="180387" y="426129"/>
                      <a:pt x="185698" y="424973"/>
                    </a:cubicBezTo>
                    <a:lnTo>
                      <a:pt x="185698" y="475680"/>
                    </a:lnTo>
                    <a:close/>
                  </a:path>
                </a:pathLst>
              </a:custGeom>
              <a:solidFill>
                <a:srgbClr val="EB262A"/>
              </a:solidFill>
              <a:ln w="223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</p:grp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92DF8443-9BB4-6F49-BC03-995E1D917418}"/>
                </a:ext>
              </a:extLst>
            </p:cNvPr>
            <p:cNvSpPr/>
            <p:nvPr/>
          </p:nvSpPr>
          <p:spPr>
            <a:xfrm>
              <a:off x="4853189" y="1019803"/>
              <a:ext cx="170622" cy="170580"/>
            </a:xfrm>
            <a:custGeom>
              <a:avLst/>
              <a:gdLst>
                <a:gd name="connsiteX0" fmla="*/ 0 w 170622"/>
                <a:gd name="connsiteY0" fmla="*/ 0 h 170580"/>
                <a:gd name="connsiteX1" fmla="*/ 170623 w 170622"/>
                <a:gd name="connsiteY1" fmla="*/ 0 h 170580"/>
                <a:gd name="connsiteX2" fmla="*/ 170623 w 170622"/>
                <a:gd name="connsiteY2" fmla="*/ 170580 h 1705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70622" h="170580">
                  <a:moveTo>
                    <a:pt x="0" y="0"/>
                  </a:moveTo>
                  <a:lnTo>
                    <a:pt x="170623" y="0"/>
                  </a:lnTo>
                  <a:lnTo>
                    <a:pt x="170623" y="170580"/>
                  </a:lnTo>
                </a:path>
              </a:pathLst>
            </a:custGeom>
            <a:solidFill>
              <a:srgbClr val="EB262A"/>
            </a:solidFill>
            <a:ln w="223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</p:grp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0C10AD8E-6D85-83E5-1648-A3CFD7960118}"/>
              </a:ext>
            </a:extLst>
          </p:cNvPr>
          <p:cNvCxnSpPr>
            <a:cxnSpLocks/>
          </p:cNvCxnSpPr>
          <p:nvPr/>
        </p:nvCxnSpPr>
        <p:spPr>
          <a:xfrm>
            <a:off x="2135208" y="2346391"/>
            <a:ext cx="0" cy="450717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729002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with one logo an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" name="Graphic 67">
            <a:extLst>
              <a:ext uri="{FF2B5EF4-FFF2-40B4-BE49-F238E27FC236}">
                <a16:creationId xmlns:a16="http://schemas.microsoft.com/office/drawing/2014/main" id="{21E66DB6-F054-BD36-30AD-B074B62419C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057650" y="0"/>
            <a:ext cx="5086350" cy="2057400"/>
          </a:xfrm>
          <a:prstGeom prst="rect">
            <a:avLst/>
          </a:prstGeom>
        </p:spPr>
      </p:pic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756EC11B-F1E5-4098-D86F-243AB06BFDD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697008" y="2121627"/>
            <a:ext cx="3933037" cy="1015663"/>
          </a:xfrm>
          <a:prstGeom prst="rect">
            <a:avLst/>
          </a:prstGeom>
        </p:spPr>
        <p:txBody>
          <a:bodyPr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000">
                <a:solidFill>
                  <a:schemeClr val="tx1"/>
                </a:solidFill>
              </a:defRPr>
            </a:lvl1pPr>
            <a:lvl2pPr marL="342900" indent="0">
              <a:buNone/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Title of the Presentation</a:t>
            </a:r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BE25E927-FE28-1EA1-6CBF-7DD2A34D711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697008" y="3136013"/>
            <a:ext cx="3933037" cy="341632"/>
          </a:xfrm>
          <a:prstGeom prst="rect">
            <a:avLst/>
          </a:prstGeom>
        </p:spPr>
        <p:txBody>
          <a:bodyPr anchor="t">
            <a:spAutoFit/>
          </a:bodyPr>
          <a:lstStyle>
            <a:lvl1pPr marL="0" indent="0">
              <a:buNone/>
              <a:defRPr sz="1800">
                <a:solidFill>
                  <a:srgbClr val="FF0000"/>
                </a:solidFill>
              </a:defRPr>
            </a:lvl1pPr>
            <a:lvl2pPr marL="342900" indent="0">
              <a:buNone/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Subtitle of the Presentation</a:t>
            </a:r>
          </a:p>
        </p:txBody>
      </p:sp>
      <p:grpSp>
        <p:nvGrpSpPr>
          <p:cNvPr id="22" name="Picture 7">
            <a:extLst>
              <a:ext uri="{FF2B5EF4-FFF2-40B4-BE49-F238E27FC236}">
                <a16:creationId xmlns:a16="http://schemas.microsoft.com/office/drawing/2014/main" id="{63D58AE1-B507-93A2-253D-3B34B6AAA001}"/>
              </a:ext>
            </a:extLst>
          </p:cNvPr>
          <p:cNvGrpSpPr/>
          <p:nvPr/>
        </p:nvGrpSpPr>
        <p:grpSpPr>
          <a:xfrm>
            <a:off x="4803690" y="4089080"/>
            <a:ext cx="1508290" cy="424362"/>
            <a:chOff x="2634152" y="664510"/>
            <a:chExt cx="2389659" cy="672341"/>
          </a:xfrm>
          <a:solidFill>
            <a:srgbClr val="EB262A"/>
          </a:solidFill>
        </p:grpSpPr>
        <p:grpSp>
          <p:nvGrpSpPr>
            <p:cNvPr id="23" name="Picture 7">
              <a:extLst>
                <a:ext uri="{FF2B5EF4-FFF2-40B4-BE49-F238E27FC236}">
                  <a16:creationId xmlns:a16="http://schemas.microsoft.com/office/drawing/2014/main" id="{B0C63DDD-BFD0-604A-AFDF-BF99AB589586}"/>
                </a:ext>
              </a:extLst>
            </p:cNvPr>
            <p:cNvGrpSpPr/>
            <p:nvPr/>
          </p:nvGrpSpPr>
          <p:grpSpPr>
            <a:xfrm>
              <a:off x="2634152" y="664510"/>
              <a:ext cx="2230129" cy="672341"/>
              <a:chOff x="2634152" y="664510"/>
              <a:chExt cx="2230129" cy="672341"/>
            </a:xfrm>
            <a:solidFill>
              <a:srgbClr val="EB262A"/>
            </a:solidFill>
          </p:grpSpPr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1BB9DE40-24E1-50AF-38A1-0F9EBB923EDA}"/>
                  </a:ext>
                </a:extLst>
              </p:cNvPr>
              <p:cNvSpPr/>
              <p:nvPr/>
            </p:nvSpPr>
            <p:spPr>
              <a:xfrm>
                <a:off x="2634152" y="664510"/>
                <a:ext cx="398847" cy="525915"/>
              </a:xfrm>
              <a:custGeom>
                <a:avLst/>
                <a:gdLst>
                  <a:gd name="connsiteX0" fmla="*/ 0 w 398847"/>
                  <a:gd name="connsiteY0" fmla="*/ 0 h 525915"/>
                  <a:gd name="connsiteX1" fmla="*/ 219917 w 398847"/>
                  <a:gd name="connsiteY1" fmla="*/ 0 h 525915"/>
                  <a:gd name="connsiteX2" fmla="*/ 287155 w 398847"/>
                  <a:gd name="connsiteY2" fmla="*/ 7109 h 525915"/>
                  <a:gd name="connsiteX3" fmla="*/ 344415 w 398847"/>
                  <a:gd name="connsiteY3" fmla="*/ 31906 h 525915"/>
                  <a:gd name="connsiteX4" fmla="*/ 384030 w 398847"/>
                  <a:gd name="connsiteY4" fmla="*/ 79187 h 525915"/>
                  <a:gd name="connsiteX5" fmla="*/ 398848 w 398847"/>
                  <a:gd name="connsiteY5" fmla="*/ 153278 h 525915"/>
                  <a:gd name="connsiteX6" fmla="*/ 348911 w 398847"/>
                  <a:gd name="connsiteY6" fmla="*/ 274650 h 525915"/>
                  <a:gd name="connsiteX7" fmla="*/ 201415 w 398847"/>
                  <a:gd name="connsiteY7" fmla="*/ 315678 h 525915"/>
                  <a:gd name="connsiteX8" fmla="*/ 68438 w 398847"/>
                  <a:gd name="connsiteY8" fmla="*/ 315678 h 525915"/>
                  <a:gd name="connsiteX9" fmla="*/ 68438 w 398847"/>
                  <a:gd name="connsiteY9" fmla="*/ 525916 h 525915"/>
                  <a:gd name="connsiteX10" fmla="*/ 86 w 398847"/>
                  <a:gd name="connsiteY10" fmla="*/ 525916 h 525915"/>
                  <a:gd name="connsiteX11" fmla="*/ 86 w 398847"/>
                  <a:gd name="connsiteY11" fmla="*/ 0 h 525915"/>
                  <a:gd name="connsiteX12" fmla="*/ 68352 w 398847"/>
                  <a:gd name="connsiteY12" fmla="*/ 252380 h 525915"/>
                  <a:gd name="connsiteX13" fmla="*/ 202229 w 398847"/>
                  <a:gd name="connsiteY13" fmla="*/ 252380 h 525915"/>
                  <a:gd name="connsiteX14" fmla="*/ 298633 w 398847"/>
                  <a:gd name="connsiteY14" fmla="*/ 227454 h 525915"/>
                  <a:gd name="connsiteX15" fmla="*/ 326941 w 398847"/>
                  <a:gd name="connsiteY15" fmla="*/ 155548 h 525915"/>
                  <a:gd name="connsiteX16" fmla="*/ 317776 w 398847"/>
                  <a:gd name="connsiteY16" fmla="*/ 110537 h 525915"/>
                  <a:gd name="connsiteX17" fmla="*/ 292337 w 398847"/>
                  <a:gd name="connsiteY17" fmla="*/ 81928 h 525915"/>
                  <a:gd name="connsiteX18" fmla="*/ 254264 w 398847"/>
                  <a:gd name="connsiteY18" fmla="*/ 66939 h 525915"/>
                  <a:gd name="connsiteX19" fmla="*/ 207925 w 398847"/>
                  <a:gd name="connsiteY19" fmla="*/ 62699 h 525915"/>
                  <a:gd name="connsiteX20" fmla="*/ 68395 w 398847"/>
                  <a:gd name="connsiteY20" fmla="*/ 62699 h 525915"/>
                  <a:gd name="connsiteX21" fmla="*/ 68395 w 398847"/>
                  <a:gd name="connsiteY21" fmla="*/ 252422 h 5259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398847" h="525915">
                    <a:moveTo>
                      <a:pt x="0" y="0"/>
                    </a:moveTo>
                    <a:lnTo>
                      <a:pt x="219917" y="0"/>
                    </a:lnTo>
                    <a:cubicBezTo>
                      <a:pt x="243086" y="0"/>
                      <a:pt x="265484" y="2398"/>
                      <a:pt x="287155" y="7109"/>
                    </a:cubicBezTo>
                    <a:cubicBezTo>
                      <a:pt x="308783" y="11863"/>
                      <a:pt x="327883" y="20129"/>
                      <a:pt x="344415" y="31906"/>
                    </a:cubicBezTo>
                    <a:cubicBezTo>
                      <a:pt x="360946" y="43684"/>
                      <a:pt x="374137" y="59444"/>
                      <a:pt x="384030" y="79187"/>
                    </a:cubicBezTo>
                    <a:cubicBezTo>
                      <a:pt x="393880" y="98930"/>
                      <a:pt x="398848" y="123642"/>
                      <a:pt x="398848" y="153278"/>
                    </a:cubicBezTo>
                    <a:cubicBezTo>
                      <a:pt x="398848" y="206812"/>
                      <a:pt x="382188" y="247283"/>
                      <a:pt x="348911" y="274650"/>
                    </a:cubicBezTo>
                    <a:cubicBezTo>
                      <a:pt x="315635" y="301973"/>
                      <a:pt x="266469" y="315678"/>
                      <a:pt x="201415" y="315678"/>
                    </a:cubicBezTo>
                    <a:lnTo>
                      <a:pt x="68438" y="315678"/>
                    </a:lnTo>
                    <a:lnTo>
                      <a:pt x="68438" y="525916"/>
                    </a:lnTo>
                    <a:lnTo>
                      <a:pt x="86" y="525916"/>
                    </a:lnTo>
                    <a:lnTo>
                      <a:pt x="86" y="0"/>
                    </a:lnTo>
                    <a:close/>
                    <a:moveTo>
                      <a:pt x="68352" y="252380"/>
                    </a:moveTo>
                    <a:lnTo>
                      <a:pt x="202229" y="252380"/>
                    </a:lnTo>
                    <a:cubicBezTo>
                      <a:pt x="247626" y="252380"/>
                      <a:pt x="279746" y="244071"/>
                      <a:pt x="298633" y="227454"/>
                    </a:cubicBezTo>
                    <a:cubicBezTo>
                      <a:pt x="317519" y="210837"/>
                      <a:pt x="326941" y="186854"/>
                      <a:pt x="326941" y="155548"/>
                    </a:cubicBezTo>
                    <a:cubicBezTo>
                      <a:pt x="326941" y="137432"/>
                      <a:pt x="323900" y="122400"/>
                      <a:pt x="317776" y="110537"/>
                    </a:cubicBezTo>
                    <a:cubicBezTo>
                      <a:pt x="311695" y="98631"/>
                      <a:pt x="303172" y="89123"/>
                      <a:pt x="292337" y="81928"/>
                    </a:cubicBezTo>
                    <a:cubicBezTo>
                      <a:pt x="281459" y="74776"/>
                      <a:pt x="268782" y="69765"/>
                      <a:pt x="254264" y="66939"/>
                    </a:cubicBezTo>
                    <a:cubicBezTo>
                      <a:pt x="239745" y="64112"/>
                      <a:pt x="224285" y="62699"/>
                      <a:pt x="207925" y="62699"/>
                    </a:cubicBezTo>
                    <a:lnTo>
                      <a:pt x="68395" y="62699"/>
                    </a:lnTo>
                    <a:lnTo>
                      <a:pt x="68395" y="252422"/>
                    </a:lnTo>
                    <a:close/>
                  </a:path>
                </a:pathLst>
              </a:custGeom>
              <a:solidFill>
                <a:srgbClr val="EB262A"/>
              </a:solidFill>
              <a:ln w="223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26" name="Freeform: Shape 25">
                <a:extLst>
                  <a:ext uri="{FF2B5EF4-FFF2-40B4-BE49-F238E27FC236}">
                    <a16:creationId xmlns:a16="http://schemas.microsoft.com/office/drawing/2014/main" id="{DD0E3134-72FD-CA1D-056D-F64F907C5E40}"/>
                  </a:ext>
                </a:extLst>
              </p:cNvPr>
              <p:cNvSpPr/>
              <p:nvPr/>
            </p:nvSpPr>
            <p:spPr>
              <a:xfrm>
                <a:off x="3068332" y="801256"/>
                <a:ext cx="198246" cy="389083"/>
              </a:xfrm>
              <a:custGeom>
                <a:avLst/>
                <a:gdLst>
                  <a:gd name="connsiteX0" fmla="*/ 198246 w 198246"/>
                  <a:gd name="connsiteY0" fmla="*/ 70622 h 389083"/>
                  <a:gd name="connsiteX1" fmla="*/ 156661 w 198246"/>
                  <a:gd name="connsiteY1" fmla="*/ 66082 h 389083"/>
                  <a:gd name="connsiteX2" fmla="*/ 68352 w 198246"/>
                  <a:gd name="connsiteY2" fmla="*/ 120087 h 389083"/>
                  <a:gd name="connsiteX3" fmla="*/ 68352 w 198246"/>
                  <a:gd name="connsiteY3" fmla="*/ 389084 h 389083"/>
                  <a:gd name="connsiteX4" fmla="*/ 0 w 198246"/>
                  <a:gd name="connsiteY4" fmla="*/ 389084 h 389083"/>
                  <a:gd name="connsiteX5" fmla="*/ 0 w 198246"/>
                  <a:gd name="connsiteY5" fmla="*/ 7966 h 389083"/>
                  <a:gd name="connsiteX6" fmla="*/ 68352 w 198246"/>
                  <a:gd name="connsiteY6" fmla="*/ 7966 h 389083"/>
                  <a:gd name="connsiteX7" fmla="*/ 68352 w 198246"/>
                  <a:gd name="connsiteY7" fmla="*/ 62099 h 389083"/>
                  <a:gd name="connsiteX8" fmla="*/ 167453 w 198246"/>
                  <a:gd name="connsiteY8" fmla="*/ 0 h 389083"/>
                  <a:gd name="connsiteX9" fmla="*/ 182272 w 198246"/>
                  <a:gd name="connsiteY9" fmla="*/ 557 h 389083"/>
                  <a:gd name="connsiteX10" fmla="*/ 198246 w 198246"/>
                  <a:gd name="connsiteY10" fmla="*/ 2827 h 389083"/>
                  <a:gd name="connsiteX11" fmla="*/ 198246 w 198246"/>
                  <a:gd name="connsiteY11" fmla="*/ 70622 h 38908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198246" h="389083">
                    <a:moveTo>
                      <a:pt x="198246" y="70622"/>
                    </a:moveTo>
                    <a:cubicBezTo>
                      <a:pt x="187240" y="67581"/>
                      <a:pt x="173364" y="66082"/>
                      <a:pt x="156661" y="66082"/>
                    </a:cubicBezTo>
                    <a:cubicBezTo>
                      <a:pt x="122485" y="66082"/>
                      <a:pt x="93063" y="84112"/>
                      <a:pt x="68352" y="120087"/>
                    </a:cubicBezTo>
                    <a:lnTo>
                      <a:pt x="68352" y="389084"/>
                    </a:lnTo>
                    <a:lnTo>
                      <a:pt x="0" y="389084"/>
                    </a:lnTo>
                    <a:lnTo>
                      <a:pt x="0" y="7966"/>
                    </a:lnTo>
                    <a:lnTo>
                      <a:pt x="68352" y="7966"/>
                    </a:lnTo>
                    <a:lnTo>
                      <a:pt x="68352" y="62099"/>
                    </a:lnTo>
                    <a:cubicBezTo>
                      <a:pt x="95675" y="20728"/>
                      <a:pt x="128738" y="0"/>
                      <a:pt x="167453" y="0"/>
                    </a:cubicBezTo>
                    <a:cubicBezTo>
                      <a:pt x="172379" y="0"/>
                      <a:pt x="177304" y="214"/>
                      <a:pt x="182272" y="557"/>
                    </a:cubicBezTo>
                    <a:cubicBezTo>
                      <a:pt x="187197" y="942"/>
                      <a:pt x="192550" y="1713"/>
                      <a:pt x="198246" y="2827"/>
                    </a:cubicBezTo>
                    <a:lnTo>
                      <a:pt x="198246" y="70622"/>
                    </a:lnTo>
                    <a:close/>
                  </a:path>
                </a:pathLst>
              </a:custGeom>
              <a:solidFill>
                <a:srgbClr val="EB262A"/>
              </a:solidFill>
              <a:ln w="223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27" name="Freeform: Shape 26">
                <a:extLst>
                  <a:ext uri="{FF2B5EF4-FFF2-40B4-BE49-F238E27FC236}">
                    <a16:creationId xmlns:a16="http://schemas.microsoft.com/office/drawing/2014/main" id="{47565AB5-E199-12D6-865D-A7654DBBA023}"/>
                  </a:ext>
                </a:extLst>
              </p:cNvPr>
              <p:cNvSpPr/>
              <p:nvPr/>
            </p:nvSpPr>
            <p:spPr>
              <a:xfrm>
                <a:off x="3242723" y="801256"/>
                <a:ext cx="356620" cy="398291"/>
              </a:xfrm>
              <a:custGeom>
                <a:avLst/>
                <a:gdLst>
                  <a:gd name="connsiteX0" fmla="*/ 177732 w 356620"/>
                  <a:gd name="connsiteY0" fmla="*/ 0 h 398291"/>
                  <a:gd name="connsiteX1" fmla="*/ 251780 w 356620"/>
                  <a:gd name="connsiteY1" fmla="*/ 13405 h 398291"/>
                  <a:gd name="connsiteX2" fmla="*/ 308183 w 356620"/>
                  <a:gd name="connsiteY2" fmla="*/ 52120 h 398291"/>
                  <a:gd name="connsiteX3" fmla="*/ 344072 w 356620"/>
                  <a:gd name="connsiteY3" fmla="*/ 114519 h 398291"/>
                  <a:gd name="connsiteX4" fmla="*/ 356620 w 356620"/>
                  <a:gd name="connsiteY4" fmla="*/ 198846 h 398291"/>
                  <a:gd name="connsiteX5" fmla="*/ 343515 w 356620"/>
                  <a:gd name="connsiteY5" fmla="*/ 284885 h 398291"/>
                  <a:gd name="connsiteX6" fmla="*/ 306770 w 356620"/>
                  <a:gd name="connsiteY6" fmla="*/ 347284 h 398291"/>
                  <a:gd name="connsiteX7" fmla="*/ 250367 w 356620"/>
                  <a:gd name="connsiteY7" fmla="*/ 385486 h 398291"/>
                  <a:gd name="connsiteX8" fmla="*/ 177732 w 356620"/>
                  <a:gd name="connsiteY8" fmla="*/ 398291 h 398291"/>
                  <a:gd name="connsiteX9" fmla="*/ 105654 w 356620"/>
                  <a:gd name="connsiteY9" fmla="*/ 385486 h 398291"/>
                  <a:gd name="connsiteX10" fmla="*/ 49251 w 356620"/>
                  <a:gd name="connsiteY10" fmla="*/ 347284 h 398291"/>
                  <a:gd name="connsiteX11" fmla="*/ 12805 w 356620"/>
                  <a:gd name="connsiteY11" fmla="*/ 284885 h 398291"/>
                  <a:gd name="connsiteX12" fmla="*/ 0 w 356620"/>
                  <a:gd name="connsiteY12" fmla="*/ 198846 h 398291"/>
                  <a:gd name="connsiteX13" fmla="*/ 12805 w 356620"/>
                  <a:gd name="connsiteY13" fmla="*/ 113106 h 398291"/>
                  <a:gd name="connsiteX14" fmla="*/ 49251 w 356620"/>
                  <a:gd name="connsiteY14" fmla="*/ 50707 h 398291"/>
                  <a:gd name="connsiteX15" fmla="*/ 105654 w 356620"/>
                  <a:gd name="connsiteY15" fmla="*/ 12805 h 398291"/>
                  <a:gd name="connsiteX16" fmla="*/ 177732 w 356620"/>
                  <a:gd name="connsiteY16" fmla="*/ 0 h 398291"/>
                  <a:gd name="connsiteX17" fmla="*/ 177732 w 356620"/>
                  <a:gd name="connsiteY17" fmla="*/ 345229 h 398291"/>
                  <a:gd name="connsiteX18" fmla="*/ 257604 w 356620"/>
                  <a:gd name="connsiteY18" fmla="*/ 308355 h 398291"/>
                  <a:gd name="connsiteX19" fmla="*/ 287112 w 356620"/>
                  <a:gd name="connsiteY19" fmla="*/ 198846 h 398291"/>
                  <a:gd name="connsiteX20" fmla="*/ 279103 w 356620"/>
                  <a:gd name="connsiteY20" fmla="*/ 134220 h 398291"/>
                  <a:gd name="connsiteX21" fmla="*/ 256491 w 356620"/>
                  <a:gd name="connsiteY21" fmla="*/ 88481 h 398291"/>
                  <a:gd name="connsiteX22" fmla="*/ 221844 w 356620"/>
                  <a:gd name="connsiteY22" fmla="*/ 61029 h 398291"/>
                  <a:gd name="connsiteX23" fmla="*/ 177732 w 356620"/>
                  <a:gd name="connsiteY23" fmla="*/ 51864 h 398291"/>
                  <a:gd name="connsiteX24" fmla="*/ 133063 w 356620"/>
                  <a:gd name="connsiteY24" fmla="*/ 61585 h 398291"/>
                  <a:gd name="connsiteX25" fmla="*/ 98673 w 356620"/>
                  <a:gd name="connsiteY25" fmla="*/ 89894 h 398291"/>
                  <a:gd name="connsiteX26" fmla="*/ 76318 w 356620"/>
                  <a:gd name="connsiteY26" fmla="*/ 135933 h 398291"/>
                  <a:gd name="connsiteX27" fmla="*/ 68309 w 356620"/>
                  <a:gd name="connsiteY27" fmla="*/ 198846 h 398291"/>
                  <a:gd name="connsiteX28" fmla="*/ 97774 w 356620"/>
                  <a:gd name="connsiteY28" fmla="*/ 307798 h 398291"/>
                  <a:gd name="connsiteX29" fmla="*/ 177689 w 356620"/>
                  <a:gd name="connsiteY29" fmla="*/ 345229 h 3982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</a:cxnLst>
                <a:rect l="l" t="t" r="r" b="b"/>
                <a:pathLst>
                  <a:path w="356620" h="398291">
                    <a:moveTo>
                      <a:pt x="177732" y="0"/>
                    </a:moveTo>
                    <a:cubicBezTo>
                      <a:pt x="205056" y="0"/>
                      <a:pt x="229767" y="4454"/>
                      <a:pt x="251780" y="13405"/>
                    </a:cubicBezTo>
                    <a:cubicBezTo>
                      <a:pt x="273793" y="22313"/>
                      <a:pt x="292594" y="35247"/>
                      <a:pt x="308183" y="52120"/>
                    </a:cubicBezTo>
                    <a:cubicBezTo>
                      <a:pt x="323772" y="69037"/>
                      <a:pt x="335721" y="89808"/>
                      <a:pt x="344072" y="114519"/>
                    </a:cubicBezTo>
                    <a:cubicBezTo>
                      <a:pt x="352423" y="139188"/>
                      <a:pt x="356620" y="167325"/>
                      <a:pt x="356620" y="198846"/>
                    </a:cubicBezTo>
                    <a:cubicBezTo>
                      <a:pt x="356620" y="230367"/>
                      <a:pt x="352252" y="260174"/>
                      <a:pt x="343515" y="284885"/>
                    </a:cubicBezTo>
                    <a:cubicBezTo>
                      <a:pt x="334778" y="309554"/>
                      <a:pt x="322530" y="330368"/>
                      <a:pt x="306770" y="347284"/>
                    </a:cubicBezTo>
                    <a:cubicBezTo>
                      <a:pt x="291009" y="364201"/>
                      <a:pt x="272208" y="376921"/>
                      <a:pt x="250367" y="385486"/>
                    </a:cubicBezTo>
                    <a:cubicBezTo>
                      <a:pt x="228525" y="394009"/>
                      <a:pt x="204328" y="398291"/>
                      <a:pt x="177732" y="398291"/>
                    </a:cubicBezTo>
                    <a:cubicBezTo>
                      <a:pt x="151136" y="398291"/>
                      <a:pt x="127496" y="394009"/>
                      <a:pt x="105654" y="385486"/>
                    </a:cubicBezTo>
                    <a:cubicBezTo>
                      <a:pt x="83812" y="376921"/>
                      <a:pt x="65011" y="364201"/>
                      <a:pt x="49251" y="347284"/>
                    </a:cubicBezTo>
                    <a:cubicBezTo>
                      <a:pt x="33491" y="330368"/>
                      <a:pt x="21328" y="309597"/>
                      <a:pt x="12805" y="284885"/>
                    </a:cubicBezTo>
                    <a:cubicBezTo>
                      <a:pt x="4283" y="260174"/>
                      <a:pt x="0" y="231523"/>
                      <a:pt x="0" y="198846"/>
                    </a:cubicBezTo>
                    <a:cubicBezTo>
                      <a:pt x="0" y="166169"/>
                      <a:pt x="4283" y="137989"/>
                      <a:pt x="12805" y="113106"/>
                    </a:cubicBezTo>
                    <a:cubicBezTo>
                      <a:pt x="21328" y="88224"/>
                      <a:pt x="33491" y="67453"/>
                      <a:pt x="49251" y="50707"/>
                    </a:cubicBezTo>
                    <a:cubicBezTo>
                      <a:pt x="65011" y="34005"/>
                      <a:pt x="83812" y="21371"/>
                      <a:pt x="105654" y="12805"/>
                    </a:cubicBezTo>
                    <a:cubicBezTo>
                      <a:pt x="127496" y="4283"/>
                      <a:pt x="151522" y="0"/>
                      <a:pt x="177732" y="0"/>
                    </a:cubicBezTo>
                    <a:close/>
                    <a:moveTo>
                      <a:pt x="177732" y="345229"/>
                    </a:moveTo>
                    <a:cubicBezTo>
                      <a:pt x="211308" y="345229"/>
                      <a:pt x="237947" y="332937"/>
                      <a:pt x="257604" y="308355"/>
                    </a:cubicBezTo>
                    <a:cubicBezTo>
                      <a:pt x="277262" y="283772"/>
                      <a:pt x="287112" y="247240"/>
                      <a:pt x="287112" y="198846"/>
                    </a:cubicBezTo>
                    <a:cubicBezTo>
                      <a:pt x="287112" y="174049"/>
                      <a:pt x="284414" y="152507"/>
                      <a:pt x="279103" y="134220"/>
                    </a:cubicBezTo>
                    <a:cubicBezTo>
                      <a:pt x="273750" y="115933"/>
                      <a:pt x="266213" y="100686"/>
                      <a:pt x="256491" y="88481"/>
                    </a:cubicBezTo>
                    <a:cubicBezTo>
                      <a:pt x="246769" y="76275"/>
                      <a:pt x="235206" y="67153"/>
                      <a:pt x="221844" y="61029"/>
                    </a:cubicBezTo>
                    <a:cubicBezTo>
                      <a:pt x="208482" y="54947"/>
                      <a:pt x="193749" y="51864"/>
                      <a:pt x="177732" y="51864"/>
                    </a:cubicBezTo>
                    <a:cubicBezTo>
                      <a:pt x="161715" y="51864"/>
                      <a:pt x="146425" y="55118"/>
                      <a:pt x="133063" y="61585"/>
                    </a:cubicBezTo>
                    <a:cubicBezTo>
                      <a:pt x="119659" y="68052"/>
                      <a:pt x="108224" y="77517"/>
                      <a:pt x="98673" y="89894"/>
                    </a:cubicBezTo>
                    <a:cubicBezTo>
                      <a:pt x="89123" y="102271"/>
                      <a:pt x="81671" y="117646"/>
                      <a:pt x="76318" y="135933"/>
                    </a:cubicBezTo>
                    <a:cubicBezTo>
                      <a:pt x="70964" y="154220"/>
                      <a:pt x="68309" y="175205"/>
                      <a:pt x="68309" y="198846"/>
                    </a:cubicBezTo>
                    <a:cubicBezTo>
                      <a:pt x="68309" y="246512"/>
                      <a:pt x="78116" y="282830"/>
                      <a:pt x="97774" y="307798"/>
                    </a:cubicBezTo>
                    <a:cubicBezTo>
                      <a:pt x="117432" y="332766"/>
                      <a:pt x="144070" y="345229"/>
                      <a:pt x="177689" y="345229"/>
                    </a:cubicBezTo>
                    <a:close/>
                  </a:path>
                </a:pathLst>
              </a:custGeom>
              <a:solidFill>
                <a:srgbClr val="EB262A"/>
              </a:solidFill>
              <a:ln w="223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28" name="Freeform: Shape 27">
                <a:extLst>
                  <a:ext uri="{FF2B5EF4-FFF2-40B4-BE49-F238E27FC236}">
                    <a16:creationId xmlns:a16="http://schemas.microsoft.com/office/drawing/2014/main" id="{7BB16031-C796-4E41-9329-86241747321F}"/>
                  </a:ext>
                </a:extLst>
              </p:cNvPr>
              <p:cNvSpPr/>
              <p:nvPr/>
            </p:nvSpPr>
            <p:spPr>
              <a:xfrm>
                <a:off x="3605125" y="664510"/>
                <a:ext cx="332123" cy="534995"/>
              </a:xfrm>
              <a:custGeom>
                <a:avLst/>
                <a:gdLst>
                  <a:gd name="connsiteX0" fmla="*/ 264328 w 332123"/>
                  <a:gd name="connsiteY0" fmla="*/ 480862 h 534995"/>
                  <a:gd name="connsiteX1" fmla="*/ 155719 w 332123"/>
                  <a:gd name="connsiteY1" fmla="*/ 534995 h 534995"/>
                  <a:gd name="connsiteX2" fmla="*/ 90065 w 332123"/>
                  <a:gd name="connsiteY2" fmla="*/ 521333 h 534995"/>
                  <a:gd name="connsiteX3" fmla="*/ 41200 w 332123"/>
                  <a:gd name="connsiteY3" fmla="*/ 482318 h 534995"/>
                  <a:gd name="connsiteX4" fmla="*/ 10493 w 332123"/>
                  <a:gd name="connsiteY4" fmla="*/ 420519 h 534995"/>
                  <a:gd name="connsiteX5" fmla="*/ 0 w 332123"/>
                  <a:gd name="connsiteY5" fmla="*/ 338462 h 534995"/>
                  <a:gd name="connsiteX6" fmla="*/ 11949 w 332123"/>
                  <a:gd name="connsiteY6" fmla="*/ 254435 h 534995"/>
                  <a:gd name="connsiteX7" fmla="*/ 45182 w 332123"/>
                  <a:gd name="connsiteY7" fmla="*/ 190923 h 534995"/>
                  <a:gd name="connsiteX8" fmla="*/ 95761 w 332123"/>
                  <a:gd name="connsiteY8" fmla="*/ 150751 h 534995"/>
                  <a:gd name="connsiteX9" fmla="*/ 160301 w 332123"/>
                  <a:gd name="connsiteY9" fmla="*/ 136790 h 534995"/>
                  <a:gd name="connsiteX10" fmla="*/ 264328 w 332123"/>
                  <a:gd name="connsiteY10" fmla="*/ 173835 h 534995"/>
                  <a:gd name="connsiteX11" fmla="*/ 264328 w 332123"/>
                  <a:gd name="connsiteY11" fmla="*/ 0 h 534995"/>
                  <a:gd name="connsiteX12" fmla="*/ 332123 w 332123"/>
                  <a:gd name="connsiteY12" fmla="*/ 0 h 534995"/>
                  <a:gd name="connsiteX13" fmla="*/ 332123 w 332123"/>
                  <a:gd name="connsiteY13" fmla="*/ 525873 h 534995"/>
                  <a:gd name="connsiteX14" fmla="*/ 264328 w 332123"/>
                  <a:gd name="connsiteY14" fmla="*/ 525873 h 534995"/>
                  <a:gd name="connsiteX15" fmla="*/ 264328 w 332123"/>
                  <a:gd name="connsiteY15" fmla="*/ 480862 h 534995"/>
                  <a:gd name="connsiteX16" fmla="*/ 264328 w 332123"/>
                  <a:gd name="connsiteY16" fmla="*/ 417649 h 534995"/>
                  <a:gd name="connsiteX17" fmla="*/ 264328 w 332123"/>
                  <a:gd name="connsiteY17" fmla="*/ 235120 h 534995"/>
                  <a:gd name="connsiteX18" fmla="*/ 164070 w 332123"/>
                  <a:gd name="connsiteY18" fmla="*/ 188610 h 534995"/>
                  <a:gd name="connsiteX19" fmla="*/ 94562 w 332123"/>
                  <a:gd name="connsiteY19" fmla="*/ 225784 h 534995"/>
                  <a:gd name="connsiteX20" fmla="*/ 68352 w 332123"/>
                  <a:gd name="connsiteY20" fmla="*/ 338462 h 534995"/>
                  <a:gd name="connsiteX21" fmla="*/ 93149 w 332123"/>
                  <a:gd name="connsiteY21" fmla="*/ 446001 h 534995"/>
                  <a:gd name="connsiteX22" fmla="*/ 161244 w 332123"/>
                  <a:gd name="connsiteY22" fmla="*/ 482018 h 534995"/>
                  <a:gd name="connsiteX23" fmla="*/ 264371 w 332123"/>
                  <a:gd name="connsiteY23" fmla="*/ 417649 h 5349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332123" h="534995">
                    <a:moveTo>
                      <a:pt x="264328" y="480862"/>
                    </a:moveTo>
                    <a:cubicBezTo>
                      <a:pt x="234007" y="516965"/>
                      <a:pt x="197818" y="534995"/>
                      <a:pt x="155719" y="534995"/>
                    </a:cubicBezTo>
                    <a:cubicBezTo>
                      <a:pt x="131093" y="534995"/>
                      <a:pt x="109209" y="530455"/>
                      <a:pt x="90065" y="521333"/>
                    </a:cubicBezTo>
                    <a:cubicBezTo>
                      <a:pt x="70921" y="512211"/>
                      <a:pt x="54604" y="499235"/>
                      <a:pt x="41200" y="482318"/>
                    </a:cubicBezTo>
                    <a:cubicBezTo>
                      <a:pt x="27752" y="465444"/>
                      <a:pt x="17516" y="444801"/>
                      <a:pt x="10493" y="420519"/>
                    </a:cubicBezTo>
                    <a:cubicBezTo>
                      <a:pt x="3469" y="396193"/>
                      <a:pt x="0" y="368869"/>
                      <a:pt x="0" y="338462"/>
                    </a:cubicBezTo>
                    <a:cubicBezTo>
                      <a:pt x="0" y="308055"/>
                      <a:pt x="3983" y="279318"/>
                      <a:pt x="11949" y="254435"/>
                    </a:cubicBezTo>
                    <a:cubicBezTo>
                      <a:pt x="19915" y="229553"/>
                      <a:pt x="30964" y="208396"/>
                      <a:pt x="45182" y="190923"/>
                    </a:cubicBezTo>
                    <a:cubicBezTo>
                      <a:pt x="59401" y="173449"/>
                      <a:pt x="76275" y="160045"/>
                      <a:pt x="95761" y="150751"/>
                    </a:cubicBezTo>
                    <a:cubicBezTo>
                      <a:pt x="115290" y="141458"/>
                      <a:pt x="136789" y="136790"/>
                      <a:pt x="160301" y="136790"/>
                    </a:cubicBezTo>
                    <a:cubicBezTo>
                      <a:pt x="201629" y="136790"/>
                      <a:pt x="236277" y="149124"/>
                      <a:pt x="264328" y="173835"/>
                    </a:cubicBezTo>
                    <a:lnTo>
                      <a:pt x="264328" y="0"/>
                    </a:lnTo>
                    <a:lnTo>
                      <a:pt x="332123" y="0"/>
                    </a:lnTo>
                    <a:lnTo>
                      <a:pt x="332123" y="525873"/>
                    </a:lnTo>
                    <a:lnTo>
                      <a:pt x="264328" y="525873"/>
                    </a:lnTo>
                    <a:lnTo>
                      <a:pt x="264328" y="480862"/>
                    </a:lnTo>
                    <a:close/>
                    <a:moveTo>
                      <a:pt x="264328" y="417649"/>
                    </a:moveTo>
                    <a:lnTo>
                      <a:pt x="264328" y="235120"/>
                    </a:lnTo>
                    <a:cubicBezTo>
                      <a:pt x="234692" y="204114"/>
                      <a:pt x="201287" y="188610"/>
                      <a:pt x="164070" y="188610"/>
                    </a:cubicBezTo>
                    <a:cubicBezTo>
                      <a:pt x="135205" y="188610"/>
                      <a:pt x="112035" y="200987"/>
                      <a:pt x="94562" y="225784"/>
                    </a:cubicBezTo>
                    <a:cubicBezTo>
                      <a:pt x="77089" y="250581"/>
                      <a:pt x="68352" y="288140"/>
                      <a:pt x="68352" y="338462"/>
                    </a:cubicBezTo>
                    <a:cubicBezTo>
                      <a:pt x="68352" y="386128"/>
                      <a:pt x="76618" y="421975"/>
                      <a:pt x="93149" y="446001"/>
                    </a:cubicBezTo>
                    <a:cubicBezTo>
                      <a:pt x="109680" y="470027"/>
                      <a:pt x="132335" y="482018"/>
                      <a:pt x="161244" y="482018"/>
                    </a:cubicBezTo>
                    <a:cubicBezTo>
                      <a:pt x="198460" y="482018"/>
                      <a:pt x="232808" y="460562"/>
                      <a:pt x="264371" y="417649"/>
                    </a:cubicBezTo>
                    <a:close/>
                  </a:path>
                </a:pathLst>
              </a:custGeom>
              <a:solidFill>
                <a:srgbClr val="EB262A"/>
              </a:solidFill>
              <a:ln w="223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29" name="Freeform: Shape 28">
                <a:extLst>
                  <a:ext uri="{FF2B5EF4-FFF2-40B4-BE49-F238E27FC236}">
                    <a16:creationId xmlns:a16="http://schemas.microsoft.com/office/drawing/2014/main" id="{1FE97D96-E4E2-9DA6-AEE8-879ED06DDF96}"/>
                  </a:ext>
                </a:extLst>
              </p:cNvPr>
              <p:cNvSpPr/>
              <p:nvPr/>
            </p:nvSpPr>
            <p:spPr>
              <a:xfrm>
                <a:off x="3969197" y="801299"/>
                <a:ext cx="330367" cy="398162"/>
              </a:xfrm>
              <a:custGeom>
                <a:avLst/>
                <a:gdLst>
                  <a:gd name="connsiteX0" fmla="*/ 262615 w 330367"/>
                  <a:gd name="connsiteY0" fmla="*/ 350325 h 398162"/>
                  <a:gd name="connsiteX1" fmla="*/ 129594 w 330367"/>
                  <a:gd name="connsiteY1" fmla="*/ 398163 h 398162"/>
                  <a:gd name="connsiteX2" fmla="*/ 77859 w 330367"/>
                  <a:gd name="connsiteY2" fmla="*/ 390197 h 398162"/>
                  <a:gd name="connsiteX3" fmla="*/ 36660 w 330367"/>
                  <a:gd name="connsiteY3" fmla="*/ 367670 h 398162"/>
                  <a:gd name="connsiteX4" fmla="*/ 9679 w 330367"/>
                  <a:gd name="connsiteY4" fmla="*/ 332937 h 398162"/>
                  <a:gd name="connsiteX5" fmla="*/ 0 w 330367"/>
                  <a:gd name="connsiteY5" fmla="*/ 288226 h 398162"/>
                  <a:gd name="connsiteX6" fmla="*/ 229638 w 330367"/>
                  <a:gd name="connsiteY6" fmla="*/ 154349 h 398162"/>
                  <a:gd name="connsiteX7" fmla="*/ 262615 w 330367"/>
                  <a:gd name="connsiteY7" fmla="*/ 154349 h 398162"/>
                  <a:gd name="connsiteX8" fmla="*/ 260345 w 330367"/>
                  <a:gd name="connsiteY8" fmla="*/ 108524 h 398162"/>
                  <a:gd name="connsiteX9" fmla="*/ 249296 w 330367"/>
                  <a:gd name="connsiteY9" fmla="*/ 76446 h 398162"/>
                  <a:gd name="connsiteX10" fmla="*/ 222401 w 330367"/>
                  <a:gd name="connsiteY10" fmla="*/ 57816 h 398162"/>
                  <a:gd name="connsiteX11" fmla="*/ 171993 w 330367"/>
                  <a:gd name="connsiteY11" fmla="*/ 51821 h 398162"/>
                  <a:gd name="connsiteX12" fmla="*/ 79144 w 330367"/>
                  <a:gd name="connsiteY12" fmla="*/ 117346 h 398162"/>
                  <a:gd name="connsiteX13" fmla="*/ 11349 w 330367"/>
                  <a:gd name="connsiteY13" fmla="*/ 117346 h 398162"/>
                  <a:gd name="connsiteX14" fmla="*/ 175419 w 330367"/>
                  <a:gd name="connsiteY14" fmla="*/ 0 h 398162"/>
                  <a:gd name="connsiteX15" fmla="*/ 240645 w 330367"/>
                  <a:gd name="connsiteY15" fmla="*/ 5996 h 398162"/>
                  <a:gd name="connsiteX16" fmla="*/ 289339 w 330367"/>
                  <a:gd name="connsiteY16" fmla="*/ 27923 h 398162"/>
                  <a:gd name="connsiteX17" fmla="*/ 319832 w 330367"/>
                  <a:gd name="connsiteY17" fmla="*/ 71778 h 398162"/>
                  <a:gd name="connsiteX18" fmla="*/ 330367 w 330367"/>
                  <a:gd name="connsiteY18" fmla="*/ 142999 h 398162"/>
                  <a:gd name="connsiteX19" fmla="*/ 330367 w 330367"/>
                  <a:gd name="connsiteY19" fmla="*/ 389126 h 398162"/>
                  <a:gd name="connsiteX20" fmla="*/ 262572 w 330367"/>
                  <a:gd name="connsiteY20" fmla="*/ 389126 h 398162"/>
                  <a:gd name="connsiteX21" fmla="*/ 262572 w 330367"/>
                  <a:gd name="connsiteY21" fmla="*/ 350411 h 398162"/>
                  <a:gd name="connsiteX22" fmla="*/ 262615 w 330367"/>
                  <a:gd name="connsiteY22" fmla="*/ 288911 h 398162"/>
                  <a:gd name="connsiteX23" fmla="*/ 262615 w 330367"/>
                  <a:gd name="connsiteY23" fmla="*/ 203899 h 398162"/>
                  <a:gd name="connsiteX24" fmla="*/ 216447 w 330367"/>
                  <a:gd name="connsiteY24" fmla="*/ 203899 h 398162"/>
                  <a:gd name="connsiteX25" fmla="*/ 69465 w 330367"/>
                  <a:gd name="connsiteY25" fmla="*/ 284885 h 398162"/>
                  <a:gd name="connsiteX26" fmla="*/ 90536 w 330367"/>
                  <a:gd name="connsiteY26" fmla="*/ 329682 h 398162"/>
                  <a:gd name="connsiteX27" fmla="*/ 149209 w 330367"/>
                  <a:gd name="connsiteY27" fmla="*/ 345186 h 398162"/>
                  <a:gd name="connsiteX28" fmla="*/ 181972 w 330367"/>
                  <a:gd name="connsiteY28" fmla="*/ 341460 h 398162"/>
                  <a:gd name="connsiteX29" fmla="*/ 213021 w 330367"/>
                  <a:gd name="connsiteY29" fmla="*/ 330239 h 398162"/>
                  <a:gd name="connsiteX30" fmla="*/ 240645 w 330367"/>
                  <a:gd name="connsiteY30" fmla="*/ 312423 h 398162"/>
                  <a:gd name="connsiteX31" fmla="*/ 262572 w 330367"/>
                  <a:gd name="connsiteY31" fmla="*/ 288868 h 3981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</a:cxnLst>
                <a:rect l="l" t="t" r="r" b="b"/>
                <a:pathLst>
                  <a:path w="330367" h="398162">
                    <a:moveTo>
                      <a:pt x="262615" y="350325"/>
                    </a:moveTo>
                    <a:cubicBezTo>
                      <a:pt x="227754" y="382231"/>
                      <a:pt x="183428" y="398163"/>
                      <a:pt x="129594" y="398163"/>
                    </a:cubicBezTo>
                    <a:cubicBezTo>
                      <a:pt x="111007" y="398163"/>
                      <a:pt x="93791" y="395508"/>
                      <a:pt x="77859" y="390197"/>
                    </a:cubicBezTo>
                    <a:cubicBezTo>
                      <a:pt x="61928" y="384886"/>
                      <a:pt x="48223" y="377392"/>
                      <a:pt x="36660" y="367670"/>
                    </a:cubicBezTo>
                    <a:cubicBezTo>
                      <a:pt x="25097" y="357991"/>
                      <a:pt x="16103" y="346428"/>
                      <a:pt x="9679" y="332937"/>
                    </a:cubicBezTo>
                    <a:cubicBezTo>
                      <a:pt x="3212" y="319447"/>
                      <a:pt x="0" y="304543"/>
                      <a:pt x="0" y="288226"/>
                    </a:cubicBezTo>
                    <a:cubicBezTo>
                      <a:pt x="0" y="198974"/>
                      <a:pt x="76532" y="154349"/>
                      <a:pt x="229638" y="154349"/>
                    </a:cubicBezTo>
                    <a:lnTo>
                      <a:pt x="262615" y="154349"/>
                    </a:lnTo>
                    <a:cubicBezTo>
                      <a:pt x="262615" y="136789"/>
                      <a:pt x="261844" y="121500"/>
                      <a:pt x="260345" y="108524"/>
                    </a:cubicBezTo>
                    <a:cubicBezTo>
                      <a:pt x="258803" y="95547"/>
                      <a:pt x="255163" y="84840"/>
                      <a:pt x="249296" y="76446"/>
                    </a:cubicBezTo>
                    <a:cubicBezTo>
                      <a:pt x="243429" y="68052"/>
                      <a:pt x="234478" y="61842"/>
                      <a:pt x="222401" y="57816"/>
                    </a:cubicBezTo>
                    <a:cubicBezTo>
                      <a:pt x="210323" y="53834"/>
                      <a:pt x="193535" y="51821"/>
                      <a:pt x="171993" y="51821"/>
                    </a:cubicBezTo>
                    <a:cubicBezTo>
                      <a:pt x="111607" y="51821"/>
                      <a:pt x="80643" y="73662"/>
                      <a:pt x="79144" y="117346"/>
                    </a:cubicBezTo>
                    <a:lnTo>
                      <a:pt x="11349" y="117346"/>
                    </a:lnTo>
                    <a:cubicBezTo>
                      <a:pt x="16660" y="39101"/>
                      <a:pt x="71350" y="0"/>
                      <a:pt x="175419" y="0"/>
                    </a:cubicBezTo>
                    <a:cubicBezTo>
                      <a:pt x="199745" y="0"/>
                      <a:pt x="221458" y="2013"/>
                      <a:pt x="240645" y="5996"/>
                    </a:cubicBezTo>
                    <a:cubicBezTo>
                      <a:pt x="259789" y="9979"/>
                      <a:pt x="276063" y="17302"/>
                      <a:pt x="289339" y="27923"/>
                    </a:cubicBezTo>
                    <a:cubicBezTo>
                      <a:pt x="302615" y="38544"/>
                      <a:pt x="312808" y="53191"/>
                      <a:pt x="319832" y="71778"/>
                    </a:cubicBezTo>
                    <a:cubicBezTo>
                      <a:pt x="326855" y="90365"/>
                      <a:pt x="330367" y="114134"/>
                      <a:pt x="330367" y="142999"/>
                    </a:cubicBezTo>
                    <a:lnTo>
                      <a:pt x="330367" y="389126"/>
                    </a:lnTo>
                    <a:lnTo>
                      <a:pt x="262572" y="389126"/>
                    </a:lnTo>
                    <a:lnTo>
                      <a:pt x="262572" y="350411"/>
                    </a:lnTo>
                    <a:close/>
                    <a:moveTo>
                      <a:pt x="262615" y="288911"/>
                    </a:moveTo>
                    <a:lnTo>
                      <a:pt x="262615" y="203899"/>
                    </a:lnTo>
                    <a:lnTo>
                      <a:pt x="216447" y="203899"/>
                    </a:lnTo>
                    <a:cubicBezTo>
                      <a:pt x="118459" y="203899"/>
                      <a:pt x="69465" y="230923"/>
                      <a:pt x="69465" y="284885"/>
                    </a:cubicBezTo>
                    <a:cubicBezTo>
                      <a:pt x="69465" y="304414"/>
                      <a:pt x="76489" y="319361"/>
                      <a:pt x="90536" y="329682"/>
                    </a:cubicBezTo>
                    <a:cubicBezTo>
                      <a:pt x="104583" y="340047"/>
                      <a:pt x="124155" y="345186"/>
                      <a:pt x="149209" y="345186"/>
                    </a:cubicBezTo>
                    <a:cubicBezTo>
                      <a:pt x="160216" y="345186"/>
                      <a:pt x="171137" y="343944"/>
                      <a:pt x="181972" y="341460"/>
                    </a:cubicBezTo>
                    <a:cubicBezTo>
                      <a:pt x="192807" y="338976"/>
                      <a:pt x="203128" y="335250"/>
                      <a:pt x="213021" y="330239"/>
                    </a:cubicBezTo>
                    <a:cubicBezTo>
                      <a:pt x="222872" y="325271"/>
                      <a:pt x="232122" y="319318"/>
                      <a:pt x="240645" y="312423"/>
                    </a:cubicBezTo>
                    <a:cubicBezTo>
                      <a:pt x="249167" y="305528"/>
                      <a:pt x="256491" y="297691"/>
                      <a:pt x="262572" y="288868"/>
                    </a:cubicBezTo>
                    <a:close/>
                  </a:path>
                </a:pathLst>
              </a:custGeom>
              <a:solidFill>
                <a:srgbClr val="EB262A"/>
              </a:solidFill>
              <a:ln w="223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30" name="Freeform: Shape 29">
                <a:extLst>
                  <a:ext uri="{FF2B5EF4-FFF2-40B4-BE49-F238E27FC236}">
                    <a16:creationId xmlns:a16="http://schemas.microsoft.com/office/drawing/2014/main" id="{0E556131-C505-4205-D1E4-7D637C7578E1}"/>
                  </a:ext>
                </a:extLst>
              </p:cNvPr>
              <p:cNvSpPr/>
              <p:nvPr/>
            </p:nvSpPr>
            <p:spPr>
              <a:xfrm>
                <a:off x="4353784" y="801256"/>
                <a:ext cx="332722" cy="535594"/>
              </a:xfrm>
              <a:custGeom>
                <a:avLst/>
                <a:gdLst>
                  <a:gd name="connsiteX0" fmla="*/ 68352 w 332722"/>
                  <a:gd name="connsiteY0" fmla="*/ 52977 h 535594"/>
                  <a:gd name="connsiteX1" fmla="*/ 176918 w 332722"/>
                  <a:gd name="connsiteY1" fmla="*/ 0 h 535594"/>
                  <a:gd name="connsiteX2" fmla="*/ 242872 w 332722"/>
                  <a:gd name="connsiteY2" fmla="*/ 13962 h 535594"/>
                  <a:gd name="connsiteX3" fmla="*/ 291780 w 332722"/>
                  <a:gd name="connsiteY3" fmla="*/ 53277 h 535594"/>
                  <a:gd name="connsiteX4" fmla="*/ 322187 w 332722"/>
                  <a:gd name="connsiteY4" fmla="*/ 114819 h 535594"/>
                  <a:gd name="connsiteX5" fmla="*/ 332723 w 332722"/>
                  <a:gd name="connsiteY5" fmla="*/ 195463 h 535594"/>
                  <a:gd name="connsiteX6" fmla="*/ 320774 w 332722"/>
                  <a:gd name="connsiteY6" fmla="*/ 279189 h 535594"/>
                  <a:gd name="connsiteX7" fmla="*/ 287241 w 332722"/>
                  <a:gd name="connsiteY7" fmla="*/ 343301 h 535594"/>
                  <a:gd name="connsiteX8" fmla="*/ 236062 w 332722"/>
                  <a:gd name="connsiteY8" fmla="*/ 384030 h 535594"/>
                  <a:gd name="connsiteX9" fmla="*/ 171822 w 332722"/>
                  <a:gd name="connsiteY9" fmla="*/ 398291 h 535594"/>
                  <a:gd name="connsiteX10" fmla="*/ 68352 w 332722"/>
                  <a:gd name="connsiteY10" fmla="*/ 360132 h 535594"/>
                  <a:gd name="connsiteX11" fmla="*/ 68352 w 332722"/>
                  <a:gd name="connsiteY11" fmla="*/ 535595 h 535594"/>
                  <a:gd name="connsiteX12" fmla="*/ 0 w 332722"/>
                  <a:gd name="connsiteY12" fmla="*/ 535595 h 535594"/>
                  <a:gd name="connsiteX13" fmla="*/ 0 w 332722"/>
                  <a:gd name="connsiteY13" fmla="*/ 7966 h 535594"/>
                  <a:gd name="connsiteX14" fmla="*/ 68352 w 332722"/>
                  <a:gd name="connsiteY14" fmla="*/ 7966 h 535594"/>
                  <a:gd name="connsiteX15" fmla="*/ 68352 w 332722"/>
                  <a:gd name="connsiteY15" fmla="*/ 52977 h 535594"/>
                  <a:gd name="connsiteX16" fmla="*/ 68352 w 332722"/>
                  <a:gd name="connsiteY16" fmla="*/ 299661 h 535594"/>
                  <a:gd name="connsiteX17" fmla="*/ 168053 w 332722"/>
                  <a:gd name="connsiteY17" fmla="*/ 345229 h 535594"/>
                  <a:gd name="connsiteX18" fmla="*/ 237861 w 332722"/>
                  <a:gd name="connsiteY18" fmla="*/ 308055 h 535594"/>
                  <a:gd name="connsiteX19" fmla="*/ 263215 w 332722"/>
                  <a:gd name="connsiteY19" fmla="*/ 195377 h 535594"/>
                  <a:gd name="connsiteX20" fmla="*/ 239274 w 332722"/>
                  <a:gd name="connsiteY20" fmla="*/ 87838 h 535594"/>
                  <a:gd name="connsiteX21" fmla="*/ 170923 w 332722"/>
                  <a:gd name="connsiteY21" fmla="*/ 51821 h 535594"/>
                  <a:gd name="connsiteX22" fmla="*/ 68395 w 332722"/>
                  <a:gd name="connsiteY22" fmla="*/ 117774 h 535594"/>
                  <a:gd name="connsiteX23" fmla="*/ 68395 w 332722"/>
                  <a:gd name="connsiteY23" fmla="*/ 299618 h 535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332722" h="535594">
                    <a:moveTo>
                      <a:pt x="68352" y="52977"/>
                    </a:moveTo>
                    <a:cubicBezTo>
                      <a:pt x="98288" y="17645"/>
                      <a:pt x="134477" y="0"/>
                      <a:pt x="176918" y="0"/>
                    </a:cubicBezTo>
                    <a:cubicBezTo>
                      <a:pt x="201544" y="0"/>
                      <a:pt x="223514" y="4668"/>
                      <a:pt x="242872" y="13962"/>
                    </a:cubicBezTo>
                    <a:cubicBezTo>
                      <a:pt x="262187" y="23255"/>
                      <a:pt x="278504" y="36360"/>
                      <a:pt x="291780" y="53277"/>
                    </a:cubicBezTo>
                    <a:cubicBezTo>
                      <a:pt x="305057" y="70193"/>
                      <a:pt x="315164" y="90708"/>
                      <a:pt x="322187" y="114819"/>
                    </a:cubicBezTo>
                    <a:cubicBezTo>
                      <a:pt x="329211" y="138931"/>
                      <a:pt x="332723" y="165826"/>
                      <a:pt x="332723" y="195463"/>
                    </a:cubicBezTo>
                    <a:cubicBezTo>
                      <a:pt x="332723" y="225099"/>
                      <a:pt x="328740" y="254136"/>
                      <a:pt x="320774" y="279189"/>
                    </a:cubicBezTo>
                    <a:cubicBezTo>
                      <a:pt x="312808" y="304243"/>
                      <a:pt x="301630" y="325614"/>
                      <a:pt x="287241" y="343301"/>
                    </a:cubicBezTo>
                    <a:cubicBezTo>
                      <a:pt x="272851" y="360989"/>
                      <a:pt x="255763" y="374565"/>
                      <a:pt x="236062" y="384030"/>
                    </a:cubicBezTo>
                    <a:cubicBezTo>
                      <a:pt x="216362" y="393538"/>
                      <a:pt x="194948" y="398291"/>
                      <a:pt x="171822" y="398291"/>
                    </a:cubicBezTo>
                    <a:cubicBezTo>
                      <a:pt x="130879" y="398291"/>
                      <a:pt x="96404" y="385572"/>
                      <a:pt x="68352" y="360132"/>
                    </a:cubicBezTo>
                    <a:lnTo>
                      <a:pt x="68352" y="535595"/>
                    </a:lnTo>
                    <a:lnTo>
                      <a:pt x="0" y="535595"/>
                    </a:lnTo>
                    <a:lnTo>
                      <a:pt x="0" y="7966"/>
                    </a:lnTo>
                    <a:lnTo>
                      <a:pt x="68352" y="7966"/>
                    </a:lnTo>
                    <a:lnTo>
                      <a:pt x="68352" y="52977"/>
                    </a:lnTo>
                    <a:close/>
                    <a:moveTo>
                      <a:pt x="68352" y="299661"/>
                    </a:moveTo>
                    <a:cubicBezTo>
                      <a:pt x="96832" y="330068"/>
                      <a:pt x="130066" y="345229"/>
                      <a:pt x="168053" y="345229"/>
                    </a:cubicBezTo>
                    <a:cubicBezTo>
                      <a:pt x="197689" y="345229"/>
                      <a:pt x="220944" y="332852"/>
                      <a:pt x="237861" y="308055"/>
                    </a:cubicBezTo>
                    <a:cubicBezTo>
                      <a:pt x="254778" y="283258"/>
                      <a:pt x="263215" y="245699"/>
                      <a:pt x="263215" y="195377"/>
                    </a:cubicBezTo>
                    <a:cubicBezTo>
                      <a:pt x="263215" y="147710"/>
                      <a:pt x="255249" y="111864"/>
                      <a:pt x="239274" y="87838"/>
                    </a:cubicBezTo>
                    <a:cubicBezTo>
                      <a:pt x="223300" y="63812"/>
                      <a:pt x="200516" y="51821"/>
                      <a:pt x="170923" y="51821"/>
                    </a:cubicBezTo>
                    <a:cubicBezTo>
                      <a:pt x="133706" y="51821"/>
                      <a:pt x="99530" y="73834"/>
                      <a:pt x="68395" y="117774"/>
                    </a:cubicBezTo>
                    <a:lnTo>
                      <a:pt x="68395" y="299618"/>
                    </a:lnTo>
                    <a:close/>
                  </a:path>
                </a:pathLst>
              </a:custGeom>
              <a:solidFill>
                <a:srgbClr val="EB262A"/>
              </a:solidFill>
              <a:ln w="223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5FC87BA2-AFA0-A826-1DB1-5D8B20558931}"/>
                  </a:ext>
                </a:extLst>
              </p:cNvPr>
              <p:cNvSpPr/>
              <p:nvPr/>
            </p:nvSpPr>
            <p:spPr>
              <a:xfrm>
                <a:off x="4678583" y="715303"/>
                <a:ext cx="185697" cy="480219"/>
              </a:xfrm>
              <a:custGeom>
                <a:avLst/>
                <a:gdLst>
                  <a:gd name="connsiteX0" fmla="*/ 185698 w 185697"/>
                  <a:gd name="connsiteY0" fmla="*/ 475637 h 480219"/>
                  <a:gd name="connsiteX1" fmla="*/ 162357 w 185697"/>
                  <a:gd name="connsiteY1" fmla="*/ 479063 h 480219"/>
                  <a:gd name="connsiteX2" fmla="*/ 137303 w 185697"/>
                  <a:gd name="connsiteY2" fmla="*/ 480219 h 480219"/>
                  <a:gd name="connsiteX3" fmla="*/ 86939 w 185697"/>
                  <a:gd name="connsiteY3" fmla="*/ 472254 h 480219"/>
                  <a:gd name="connsiteX4" fmla="*/ 59658 w 185697"/>
                  <a:gd name="connsiteY4" fmla="*/ 449127 h 480219"/>
                  <a:gd name="connsiteX5" fmla="*/ 48737 w 185697"/>
                  <a:gd name="connsiteY5" fmla="*/ 412339 h 480219"/>
                  <a:gd name="connsiteX6" fmla="*/ 46724 w 185697"/>
                  <a:gd name="connsiteY6" fmla="*/ 363259 h 480219"/>
                  <a:gd name="connsiteX7" fmla="*/ 46724 w 185697"/>
                  <a:gd name="connsiteY7" fmla="*/ 146982 h 480219"/>
                  <a:gd name="connsiteX8" fmla="*/ 0 w 185697"/>
                  <a:gd name="connsiteY8" fmla="*/ 146982 h 480219"/>
                  <a:gd name="connsiteX9" fmla="*/ 0 w 185697"/>
                  <a:gd name="connsiteY9" fmla="*/ 94005 h 480219"/>
                  <a:gd name="connsiteX10" fmla="*/ 46724 w 185697"/>
                  <a:gd name="connsiteY10" fmla="*/ 94005 h 480219"/>
                  <a:gd name="connsiteX11" fmla="*/ 46724 w 185697"/>
                  <a:gd name="connsiteY11" fmla="*/ 0 h 480219"/>
                  <a:gd name="connsiteX12" fmla="*/ 115076 w 185697"/>
                  <a:gd name="connsiteY12" fmla="*/ 0 h 480219"/>
                  <a:gd name="connsiteX13" fmla="*/ 115076 w 185697"/>
                  <a:gd name="connsiteY13" fmla="*/ 94005 h 480219"/>
                  <a:gd name="connsiteX14" fmla="*/ 176576 w 185697"/>
                  <a:gd name="connsiteY14" fmla="*/ 94005 h 480219"/>
                  <a:gd name="connsiteX15" fmla="*/ 176576 w 185697"/>
                  <a:gd name="connsiteY15" fmla="*/ 146982 h 480219"/>
                  <a:gd name="connsiteX16" fmla="*/ 115076 w 185697"/>
                  <a:gd name="connsiteY16" fmla="*/ 146982 h 480219"/>
                  <a:gd name="connsiteX17" fmla="*/ 115076 w 185697"/>
                  <a:gd name="connsiteY17" fmla="*/ 367199 h 480219"/>
                  <a:gd name="connsiteX18" fmla="*/ 117646 w 185697"/>
                  <a:gd name="connsiteY18" fmla="*/ 399233 h 480219"/>
                  <a:gd name="connsiteX19" fmla="*/ 124755 w 185697"/>
                  <a:gd name="connsiteY19" fmla="*/ 417563 h 480219"/>
                  <a:gd name="connsiteX20" fmla="*/ 136447 w 185697"/>
                  <a:gd name="connsiteY20" fmla="*/ 425829 h 480219"/>
                  <a:gd name="connsiteX21" fmla="*/ 152122 w 185697"/>
                  <a:gd name="connsiteY21" fmla="*/ 427799 h 480219"/>
                  <a:gd name="connsiteX22" fmla="*/ 169466 w 185697"/>
                  <a:gd name="connsiteY22" fmla="*/ 427242 h 480219"/>
                  <a:gd name="connsiteX23" fmla="*/ 185698 w 185697"/>
                  <a:gd name="connsiteY23" fmla="*/ 424973 h 480219"/>
                  <a:gd name="connsiteX24" fmla="*/ 185698 w 185697"/>
                  <a:gd name="connsiteY24" fmla="*/ 475680 h 480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5697" h="480219">
                    <a:moveTo>
                      <a:pt x="185698" y="475637"/>
                    </a:moveTo>
                    <a:cubicBezTo>
                      <a:pt x="178118" y="477179"/>
                      <a:pt x="170323" y="478292"/>
                      <a:pt x="162357" y="479063"/>
                    </a:cubicBezTo>
                    <a:cubicBezTo>
                      <a:pt x="154391" y="479791"/>
                      <a:pt x="146040" y="480219"/>
                      <a:pt x="137303" y="480219"/>
                    </a:cubicBezTo>
                    <a:cubicBezTo>
                      <a:pt x="115976" y="480219"/>
                      <a:pt x="99187" y="477564"/>
                      <a:pt x="86939" y="472254"/>
                    </a:cubicBezTo>
                    <a:cubicBezTo>
                      <a:pt x="74690" y="466943"/>
                      <a:pt x="65568" y="459191"/>
                      <a:pt x="59658" y="449127"/>
                    </a:cubicBezTo>
                    <a:cubicBezTo>
                      <a:pt x="53705" y="439063"/>
                      <a:pt x="50065" y="426771"/>
                      <a:pt x="48737" y="412339"/>
                    </a:cubicBezTo>
                    <a:cubicBezTo>
                      <a:pt x="47410" y="397863"/>
                      <a:pt x="46724" y="381546"/>
                      <a:pt x="46724" y="363259"/>
                    </a:cubicBezTo>
                    <a:lnTo>
                      <a:pt x="46724" y="146982"/>
                    </a:lnTo>
                    <a:lnTo>
                      <a:pt x="0" y="146982"/>
                    </a:lnTo>
                    <a:lnTo>
                      <a:pt x="0" y="94005"/>
                    </a:lnTo>
                    <a:lnTo>
                      <a:pt x="46724" y="94005"/>
                    </a:lnTo>
                    <a:lnTo>
                      <a:pt x="46724" y="0"/>
                    </a:lnTo>
                    <a:lnTo>
                      <a:pt x="115076" y="0"/>
                    </a:lnTo>
                    <a:lnTo>
                      <a:pt x="115076" y="94005"/>
                    </a:lnTo>
                    <a:lnTo>
                      <a:pt x="176576" y="94005"/>
                    </a:lnTo>
                    <a:lnTo>
                      <a:pt x="176576" y="146982"/>
                    </a:lnTo>
                    <a:lnTo>
                      <a:pt x="115076" y="146982"/>
                    </a:lnTo>
                    <a:lnTo>
                      <a:pt x="115076" y="367199"/>
                    </a:lnTo>
                    <a:cubicBezTo>
                      <a:pt x="115076" y="380518"/>
                      <a:pt x="115933" y="391225"/>
                      <a:pt x="117646" y="399233"/>
                    </a:cubicBezTo>
                    <a:cubicBezTo>
                      <a:pt x="119359" y="407242"/>
                      <a:pt x="121714" y="413324"/>
                      <a:pt x="124755" y="417563"/>
                    </a:cubicBezTo>
                    <a:cubicBezTo>
                      <a:pt x="127796" y="421761"/>
                      <a:pt x="131693" y="424501"/>
                      <a:pt x="136447" y="425829"/>
                    </a:cubicBezTo>
                    <a:cubicBezTo>
                      <a:pt x="141201" y="427157"/>
                      <a:pt x="146425" y="427799"/>
                      <a:pt x="152122" y="427799"/>
                    </a:cubicBezTo>
                    <a:cubicBezTo>
                      <a:pt x="158203" y="427799"/>
                      <a:pt x="163984" y="427628"/>
                      <a:pt x="169466" y="427242"/>
                    </a:cubicBezTo>
                    <a:cubicBezTo>
                      <a:pt x="174991" y="426857"/>
                      <a:pt x="180387" y="426129"/>
                      <a:pt x="185698" y="424973"/>
                    </a:cubicBezTo>
                    <a:lnTo>
                      <a:pt x="185698" y="475680"/>
                    </a:lnTo>
                    <a:close/>
                  </a:path>
                </a:pathLst>
              </a:custGeom>
              <a:solidFill>
                <a:srgbClr val="EB262A"/>
              </a:solidFill>
              <a:ln w="223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</p:grp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109A864F-B195-E9A1-EA6A-9ECD64CF922D}"/>
                </a:ext>
              </a:extLst>
            </p:cNvPr>
            <p:cNvSpPr/>
            <p:nvPr/>
          </p:nvSpPr>
          <p:spPr>
            <a:xfrm>
              <a:off x="4853189" y="1019803"/>
              <a:ext cx="170622" cy="170580"/>
            </a:xfrm>
            <a:custGeom>
              <a:avLst/>
              <a:gdLst>
                <a:gd name="connsiteX0" fmla="*/ 0 w 170622"/>
                <a:gd name="connsiteY0" fmla="*/ 0 h 170580"/>
                <a:gd name="connsiteX1" fmla="*/ 170623 w 170622"/>
                <a:gd name="connsiteY1" fmla="*/ 0 h 170580"/>
                <a:gd name="connsiteX2" fmla="*/ 170623 w 170622"/>
                <a:gd name="connsiteY2" fmla="*/ 170580 h 1705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70622" h="170580">
                  <a:moveTo>
                    <a:pt x="0" y="0"/>
                  </a:moveTo>
                  <a:lnTo>
                    <a:pt x="170623" y="0"/>
                  </a:lnTo>
                  <a:lnTo>
                    <a:pt x="170623" y="170580"/>
                  </a:lnTo>
                </a:path>
              </a:pathLst>
            </a:custGeom>
            <a:solidFill>
              <a:srgbClr val="EB262A"/>
            </a:solidFill>
            <a:ln w="223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</p:grp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A75CC3D-B502-3F15-CE77-4F832813918C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4068451" cy="5143500"/>
          </a:xfrm>
          <a:prstGeom prst="rect">
            <a:avLst/>
          </a:prstGeom>
          <a:solidFill>
            <a:schemeClr val="bg2">
              <a:alpha val="37000"/>
            </a:schemeClr>
          </a:solidFill>
        </p:spPr>
        <p:txBody>
          <a:bodyPr tIns="720000" anchor="ctr" anchorCtr="1"/>
          <a:lstStyle>
            <a:lvl1pPr marL="0" indent="0">
              <a:buNone/>
              <a:defRPr sz="1400">
                <a:solidFill>
                  <a:schemeClr val="tx1"/>
                </a:solidFill>
              </a:defRPr>
            </a:lvl1pPr>
          </a:lstStyle>
          <a:p>
            <a:r>
              <a:rPr lang="en-IN" dirty="0"/>
              <a:t>Click icon to insert the image of your choice</a:t>
            </a:r>
          </a:p>
        </p:txBody>
      </p:sp>
    </p:spTree>
    <p:extLst>
      <p:ext uri="{BB962C8B-B14F-4D97-AF65-F5344CB8AC3E}">
        <p14:creationId xmlns:p14="http://schemas.microsoft.com/office/powerpoint/2010/main" val="11942963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with two logos an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" name="Graphic 55">
            <a:extLst>
              <a:ext uri="{FF2B5EF4-FFF2-40B4-BE49-F238E27FC236}">
                <a16:creationId xmlns:a16="http://schemas.microsoft.com/office/drawing/2014/main" id="{98A6F1E5-E964-EDDF-D766-9AD31146FAC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057650" y="0"/>
            <a:ext cx="5086350" cy="2057400"/>
          </a:xfrm>
          <a:prstGeom prst="rect">
            <a:avLst/>
          </a:prstGeom>
        </p:spPr>
      </p:pic>
      <p:sp>
        <p:nvSpPr>
          <p:cNvPr id="431" name="Freeform: Shape 430">
            <a:extLst>
              <a:ext uri="{FF2B5EF4-FFF2-40B4-BE49-F238E27FC236}">
                <a16:creationId xmlns:a16="http://schemas.microsoft.com/office/drawing/2014/main" id="{63087AD0-9BAA-0922-5E4C-52AF521E58CB}"/>
              </a:ext>
            </a:extLst>
          </p:cNvPr>
          <p:cNvSpPr/>
          <p:nvPr/>
        </p:nvSpPr>
        <p:spPr>
          <a:xfrm>
            <a:off x="9125052" y="3061050"/>
            <a:ext cx="21600" cy="21600"/>
          </a:xfrm>
          <a:custGeom>
            <a:avLst/>
            <a:gdLst>
              <a:gd name="connsiteX0" fmla="*/ 28800 w 28800"/>
              <a:gd name="connsiteY0" fmla="*/ 14400 h 28800"/>
              <a:gd name="connsiteX1" fmla="*/ 14400 w 28800"/>
              <a:gd name="connsiteY1" fmla="*/ 28800 h 28800"/>
              <a:gd name="connsiteX2" fmla="*/ 0 w 28800"/>
              <a:gd name="connsiteY2" fmla="*/ 14400 h 28800"/>
              <a:gd name="connsiteX3" fmla="*/ 14400 w 28800"/>
              <a:gd name="connsiteY3" fmla="*/ 0 h 28800"/>
              <a:gd name="connsiteX4" fmla="*/ 28800 w 28800"/>
              <a:gd name="connsiteY4" fmla="*/ 14400 h 28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800" h="28800">
                <a:moveTo>
                  <a:pt x="28800" y="14400"/>
                </a:moveTo>
                <a:cubicBezTo>
                  <a:pt x="28800" y="22353"/>
                  <a:pt x="22353" y="28800"/>
                  <a:pt x="14400" y="28800"/>
                </a:cubicBezTo>
                <a:cubicBezTo>
                  <a:pt x="6447" y="28800"/>
                  <a:pt x="0" y="22353"/>
                  <a:pt x="0" y="14400"/>
                </a:cubicBezTo>
                <a:cubicBezTo>
                  <a:pt x="0" y="6447"/>
                  <a:pt x="6447" y="0"/>
                  <a:pt x="14400" y="0"/>
                </a:cubicBezTo>
                <a:cubicBezTo>
                  <a:pt x="22353" y="0"/>
                  <a:pt x="28800" y="6447"/>
                  <a:pt x="28800" y="14400"/>
                </a:cubicBezTo>
                <a:close/>
              </a:path>
            </a:pathLst>
          </a:custGeom>
          <a:solidFill>
            <a:srgbClr val="EB262A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IN" sz="1013"/>
          </a:p>
        </p:txBody>
      </p:sp>
      <p:sp>
        <p:nvSpPr>
          <p:cNvPr id="432" name="Freeform: Shape 431">
            <a:extLst>
              <a:ext uri="{FF2B5EF4-FFF2-40B4-BE49-F238E27FC236}">
                <a16:creationId xmlns:a16="http://schemas.microsoft.com/office/drawing/2014/main" id="{501AF13C-09BE-142B-9D1A-C43AEC7747BC}"/>
              </a:ext>
            </a:extLst>
          </p:cNvPr>
          <p:cNvSpPr/>
          <p:nvPr/>
        </p:nvSpPr>
        <p:spPr>
          <a:xfrm>
            <a:off x="9125052" y="3061050"/>
            <a:ext cx="21600" cy="21600"/>
          </a:xfrm>
          <a:custGeom>
            <a:avLst/>
            <a:gdLst>
              <a:gd name="connsiteX0" fmla="*/ 28800 w 28800"/>
              <a:gd name="connsiteY0" fmla="*/ 14400 h 28800"/>
              <a:gd name="connsiteX1" fmla="*/ 14400 w 28800"/>
              <a:gd name="connsiteY1" fmla="*/ 28800 h 28800"/>
              <a:gd name="connsiteX2" fmla="*/ 0 w 28800"/>
              <a:gd name="connsiteY2" fmla="*/ 14400 h 28800"/>
              <a:gd name="connsiteX3" fmla="*/ 14400 w 28800"/>
              <a:gd name="connsiteY3" fmla="*/ 0 h 28800"/>
              <a:gd name="connsiteX4" fmla="*/ 28800 w 28800"/>
              <a:gd name="connsiteY4" fmla="*/ 14400 h 28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800" h="28800">
                <a:moveTo>
                  <a:pt x="28800" y="14400"/>
                </a:moveTo>
                <a:cubicBezTo>
                  <a:pt x="28800" y="22353"/>
                  <a:pt x="22353" y="28800"/>
                  <a:pt x="14400" y="28800"/>
                </a:cubicBezTo>
                <a:cubicBezTo>
                  <a:pt x="6447" y="28800"/>
                  <a:pt x="0" y="22353"/>
                  <a:pt x="0" y="14400"/>
                </a:cubicBezTo>
                <a:cubicBezTo>
                  <a:pt x="0" y="6447"/>
                  <a:pt x="6447" y="0"/>
                  <a:pt x="14400" y="0"/>
                </a:cubicBezTo>
                <a:cubicBezTo>
                  <a:pt x="22353" y="0"/>
                  <a:pt x="28800" y="6447"/>
                  <a:pt x="28800" y="14400"/>
                </a:cubicBezTo>
                <a:close/>
              </a:path>
            </a:pathLst>
          </a:custGeom>
          <a:solidFill>
            <a:srgbClr val="EB262A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IN" sz="1013"/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8C74ED8B-E0C6-992A-8E69-F10BBAED36F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697008" y="2121627"/>
            <a:ext cx="3933037" cy="1015663"/>
          </a:xfrm>
          <a:prstGeom prst="rect">
            <a:avLst/>
          </a:prstGeom>
        </p:spPr>
        <p:txBody>
          <a:bodyPr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000">
                <a:solidFill>
                  <a:schemeClr val="tx1"/>
                </a:solidFill>
              </a:defRPr>
            </a:lvl1pPr>
            <a:lvl2pPr marL="342900" indent="0">
              <a:buNone/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Title of the Presentation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A493E116-FC48-AAF8-CBC4-60191627B37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697008" y="3136013"/>
            <a:ext cx="3933037" cy="341632"/>
          </a:xfrm>
          <a:prstGeom prst="rect">
            <a:avLst/>
          </a:prstGeom>
        </p:spPr>
        <p:txBody>
          <a:bodyPr anchor="t">
            <a:spAutoFit/>
          </a:bodyPr>
          <a:lstStyle>
            <a:lvl1pPr marL="0" indent="0">
              <a:buNone/>
              <a:defRPr sz="1800">
                <a:solidFill>
                  <a:srgbClr val="FF0000"/>
                </a:solidFill>
              </a:defRPr>
            </a:lvl1pPr>
            <a:lvl2pPr marL="342900" indent="0">
              <a:buNone/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Subtitle of the Presentation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14744DEC-1E74-936E-B33C-2FCEFE1F1E31}"/>
              </a:ext>
            </a:extLst>
          </p:cNvPr>
          <p:cNvGrpSpPr/>
          <p:nvPr/>
        </p:nvGrpSpPr>
        <p:grpSpPr>
          <a:xfrm>
            <a:off x="4810601" y="4062429"/>
            <a:ext cx="1441384" cy="450717"/>
            <a:chOff x="5225483" y="4039329"/>
            <a:chExt cx="1441384" cy="450717"/>
          </a:xfrm>
        </p:grpSpPr>
        <p:grpSp>
          <p:nvGrpSpPr>
            <p:cNvPr id="38" name="Picture 7">
              <a:extLst>
                <a:ext uri="{FF2B5EF4-FFF2-40B4-BE49-F238E27FC236}">
                  <a16:creationId xmlns:a16="http://schemas.microsoft.com/office/drawing/2014/main" id="{50B6A9CB-DC81-9B6F-4A08-591B61802387}"/>
                </a:ext>
              </a:extLst>
            </p:cNvPr>
            <p:cNvGrpSpPr/>
            <p:nvPr/>
          </p:nvGrpSpPr>
          <p:grpSpPr>
            <a:xfrm>
              <a:off x="5225483" y="4089202"/>
              <a:ext cx="1250216" cy="351753"/>
              <a:chOff x="2634152" y="664510"/>
              <a:chExt cx="2389659" cy="672341"/>
            </a:xfrm>
            <a:solidFill>
              <a:srgbClr val="EB262A"/>
            </a:solidFill>
          </p:grpSpPr>
          <p:grpSp>
            <p:nvGrpSpPr>
              <p:cNvPr id="40" name="Picture 7">
                <a:extLst>
                  <a:ext uri="{FF2B5EF4-FFF2-40B4-BE49-F238E27FC236}">
                    <a16:creationId xmlns:a16="http://schemas.microsoft.com/office/drawing/2014/main" id="{258FF7EB-6F13-4682-E14E-292185201E58}"/>
                  </a:ext>
                </a:extLst>
              </p:cNvPr>
              <p:cNvGrpSpPr/>
              <p:nvPr/>
            </p:nvGrpSpPr>
            <p:grpSpPr>
              <a:xfrm>
                <a:off x="2634152" y="664510"/>
                <a:ext cx="2230129" cy="672341"/>
                <a:chOff x="2634152" y="664510"/>
                <a:chExt cx="2230129" cy="672341"/>
              </a:xfrm>
              <a:solidFill>
                <a:srgbClr val="EB262A"/>
              </a:solidFill>
            </p:grpSpPr>
            <p:sp>
              <p:nvSpPr>
                <p:cNvPr id="42" name="Freeform: Shape 41">
                  <a:extLst>
                    <a:ext uri="{FF2B5EF4-FFF2-40B4-BE49-F238E27FC236}">
                      <a16:creationId xmlns:a16="http://schemas.microsoft.com/office/drawing/2014/main" id="{1D98307F-7396-C1C4-51B5-4845348BA806}"/>
                    </a:ext>
                  </a:extLst>
                </p:cNvPr>
                <p:cNvSpPr/>
                <p:nvPr/>
              </p:nvSpPr>
              <p:spPr>
                <a:xfrm>
                  <a:off x="2634152" y="664510"/>
                  <a:ext cx="398847" cy="525915"/>
                </a:xfrm>
                <a:custGeom>
                  <a:avLst/>
                  <a:gdLst>
                    <a:gd name="connsiteX0" fmla="*/ 0 w 398847"/>
                    <a:gd name="connsiteY0" fmla="*/ 0 h 525915"/>
                    <a:gd name="connsiteX1" fmla="*/ 219917 w 398847"/>
                    <a:gd name="connsiteY1" fmla="*/ 0 h 525915"/>
                    <a:gd name="connsiteX2" fmla="*/ 287155 w 398847"/>
                    <a:gd name="connsiteY2" fmla="*/ 7109 h 525915"/>
                    <a:gd name="connsiteX3" fmla="*/ 344415 w 398847"/>
                    <a:gd name="connsiteY3" fmla="*/ 31906 h 525915"/>
                    <a:gd name="connsiteX4" fmla="*/ 384030 w 398847"/>
                    <a:gd name="connsiteY4" fmla="*/ 79187 h 525915"/>
                    <a:gd name="connsiteX5" fmla="*/ 398848 w 398847"/>
                    <a:gd name="connsiteY5" fmla="*/ 153278 h 525915"/>
                    <a:gd name="connsiteX6" fmla="*/ 348911 w 398847"/>
                    <a:gd name="connsiteY6" fmla="*/ 274650 h 525915"/>
                    <a:gd name="connsiteX7" fmla="*/ 201415 w 398847"/>
                    <a:gd name="connsiteY7" fmla="*/ 315678 h 525915"/>
                    <a:gd name="connsiteX8" fmla="*/ 68438 w 398847"/>
                    <a:gd name="connsiteY8" fmla="*/ 315678 h 525915"/>
                    <a:gd name="connsiteX9" fmla="*/ 68438 w 398847"/>
                    <a:gd name="connsiteY9" fmla="*/ 525916 h 525915"/>
                    <a:gd name="connsiteX10" fmla="*/ 86 w 398847"/>
                    <a:gd name="connsiteY10" fmla="*/ 525916 h 525915"/>
                    <a:gd name="connsiteX11" fmla="*/ 86 w 398847"/>
                    <a:gd name="connsiteY11" fmla="*/ 0 h 525915"/>
                    <a:gd name="connsiteX12" fmla="*/ 68352 w 398847"/>
                    <a:gd name="connsiteY12" fmla="*/ 252380 h 525915"/>
                    <a:gd name="connsiteX13" fmla="*/ 202229 w 398847"/>
                    <a:gd name="connsiteY13" fmla="*/ 252380 h 525915"/>
                    <a:gd name="connsiteX14" fmla="*/ 298633 w 398847"/>
                    <a:gd name="connsiteY14" fmla="*/ 227454 h 525915"/>
                    <a:gd name="connsiteX15" fmla="*/ 326941 w 398847"/>
                    <a:gd name="connsiteY15" fmla="*/ 155548 h 525915"/>
                    <a:gd name="connsiteX16" fmla="*/ 317776 w 398847"/>
                    <a:gd name="connsiteY16" fmla="*/ 110537 h 525915"/>
                    <a:gd name="connsiteX17" fmla="*/ 292337 w 398847"/>
                    <a:gd name="connsiteY17" fmla="*/ 81928 h 525915"/>
                    <a:gd name="connsiteX18" fmla="*/ 254264 w 398847"/>
                    <a:gd name="connsiteY18" fmla="*/ 66939 h 525915"/>
                    <a:gd name="connsiteX19" fmla="*/ 207925 w 398847"/>
                    <a:gd name="connsiteY19" fmla="*/ 62699 h 525915"/>
                    <a:gd name="connsiteX20" fmla="*/ 68395 w 398847"/>
                    <a:gd name="connsiteY20" fmla="*/ 62699 h 525915"/>
                    <a:gd name="connsiteX21" fmla="*/ 68395 w 398847"/>
                    <a:gd name="connsiteY21" fmla="*/ 252422 h 52591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398847" h="525915">
                      <a:moveTo>
                        <a:pt x="0" y="0"/>
                      </a:moveTo>
                      <a:lnTo>
                        <a:pt x="219917" y="0"/>
                      </a:lnTo>
                      <a:cubicBezTo>
                        <a:pt x="243086" y="0"/>
                        <a:pt x="265484" y="2398"/>
                        <a:pt x="287155" y="7109"/>
                      </a:cubicBezTo>
                      <a:cubicBezTo>
                        <a:pt x="308783" y="11863"/>
                        <a:pt x="327883" y="20129"/>
                        <a:pt x="344415" y="31906"/>
                      </a:cubicBezTo>
                      <a:cubicBezTo>
                        <a:pt x="360946" y="43684"/>
                        <a:pt x="374137" y="59444"/>
                        <a:pt x="384030" y="79187"/>
                      </a:cubicBezTo>
                      <a:cubicBezTo>
                        <a:pt x="393880" y="98930"/>
                        <a:pt x="398848" y="123642"/>
                        <a:pt x="398848" y="153278"/>
                      </a:cubicBezTo>
                      <a:cubicBezTo>
                        <a:pt x="398848" y="206812"/>
                        <a:pt x="382188" y="247283"/>
                        <a:pt x="348911" y="274650"/>
                      </a:cubicBezTo>
                      <a:cubicBezTo>
                        <a:pt x="315635" y="301973"/>
                        <a:pt x="266469" y="315678"/>
                        <a:pt x="201415" y="315678"/>
                      </a:cubicBezTo>
                      <a:lnTo>
                        <a:pt x="68438" y="315678"/>
                      </a:lnTo>
                      <a:lnTo>
                        <a:pt x="68438" y="525916"/>
                      </a:lnTo>
                      <a:lnTo>
                        <a:pt x="86" y="525916"/>
                      </a:lnTo>
                      <a:lnTo>
                        <a:pt x="86" y="0"/>
                      </a:lnTo>
                      <a:close/>
                      <a:moveTo>
                        <a:pt x="68352" y="252380"/>
                      </a:moveTo>
                      <a:lnTo>
                        <a:pt x="202229" y="252380"/>
                      </a:lnTo>
                      <a:cubicBezTo>
                        <a:pt x="247626" y="252380"/>
                        <a:pt x="279746" y="244071"/>
                        <a:pt x="298633" y="227454"/>
                      </a:cubicBezTo>
                      <a:cubicBezTo>
                        <a:pt x="317519" y="210837"/>
                        <a:pt x="326941" y="186854"/>
                        <a:pt x="326941" y="155548"/>
                      </a:cubicBezTo>
                      <a:cubicBezTo>
                        <a:pt x="326941" y="137432"/>
                        <a:pt x="323900" y="122400"/>
                        <a:pt x="317776" y="110537"/>
                      </a:cubicBezTo>
                      <a:cubicBezTo>
                        <a:pt x="311695" y="98631"/>
                        <a:pt x="303172" y="89123"/>
                        <a:pt x="292337" y="81928"/>
                      </a:cubicBezTo>
                      <a:cubicBezTo>
                        <a:pt x="281459" y="74776"/>
                        <a:pt x="268782" y="69765"/>
                        <a:pt x="254264" y="66939"/>
                      </a:cubicBezTo>
                      <a:cubicBezTo>
                        <a:pt x="239745" y="64112"/>
                        <a:pt x="224285" y="62699"/>
                        <a:pt x="207925" y="62699"/>
                      </a:cubicBezTo>
                      <a:lnTo>
                        <a:pt x="68395" y="62699"/>
                      </a:lnTo>
                      <a:lnTo>
                        <a:pt x="68395" y="252422"/>
                      </a:lnTo>
                      <a:close/>
                    </a:path>
                  </a:pathLst>
                </a:custGeom>
                <a:solidFill>
                  <a:srgbClr val="EB262A"/>
                </a:solidFill>
                <a:ln w="2232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IN"/>
                </a:p>
              </p:txBody>
            </p:sp>
            <p:sp>
              <p:nvSpPr>
                <p:cNvPr id="43" name="Freeform: Shape 42">
                  <a:extLst>
                    <a:ext uri="{FF2B5EF4-FFF2-40B4-BE49-F238E27FC236}">
                      <a16:creationId xmlns:a16="http://schemas.microsoft.com/office/drawing/2014/main" id="{E2FDAAB1-A216-4CDA-57E6-8B3DE4E9FA4B}"/>
                    </a:ext>
                  </a:extLst>
                </p:cNvPr>
                <p:cNvSpPr/>
                <p:nvPr/>
              </p:nvSpPr>
              <p:spPr>
                <a:xfrm>
                  <a:off x="3068332" y="801256"/>
                  <a:ext cx="198246" cy="389083"/>
                </a:xfrm>
                <a:custGeom>
                  <a:avLst/>
                  <a:gdLst>
                    <a:gd name="connsiteX0" fmla="*/ 198246 w 198246"/>
                    <a:gd name="connsiteY0" fmla="*/ 70622 h 389083"/>
                    <a:gd name="connsiteX1" fmla="*/ 156661 w 198246"/>
                    <a:gd name="connsiteY1" fmla="*/ 66082 h 389083"/>
                    <a:gd name="connsiteX2" fmla="*/ 68352 w 198246"/>
                    <a:gd name="connsiteY2" fmla="*/ 120087 h 389083"/>
                    <a:gd name="connsiteX3" fmla="*/ 68352 w 198246"/>
                    <a:gd name="connsiteY3" fmla="*/ 389084 h 389083"/>
                    <a:gd name="connsiteX4" fmla="*/ 0 w 198246"/>
                    <a:gd name="connsiteY4" fmla="*/ 389084 h 389083"/>
                    <a:gd name="connsiteX5" fmla="*/ 0 w 198246"/>
                    <a:gd name="connsiteY5" fmla="*/ 7966 h 389083"/>
                    <a:gd name="connsiteX6" fmla="*/ 68352 w 198246"/>
                    <a:gd name="connsiteY6" fmla="*/ 7966 h 389083"/>
                    <a:gd name="connsiteX7" fmla="*/ 68352 w 198246"/>
                    <a:gd name="connsiteY7" fmla="*/ 62099 h 389083"/>
                    <a:gd name="connsiteX8" fmla="*/ 167453 w 198246"/>
                    <a:gd name="connsiteY8" fmla="*/ 0 h 389083"/>
                    <a:gd name="connsiteX9" fmla="*/ 182272 w 198246"/>
                    <a:gd name="connsiteY9" fmla="*/ 557 h 389083"/>
                    <a:gd name="connsiteX10" fmla="*/ 198246 w 198246"/>
                    <a:gd name="connsiteY10" fmla="*/ 2827 h 389083"/>
                    <a:gd name="connsiteX11" fmla="*/ 198246 w 198246"/>
                    <a:gd name="connsiteY11" fmla="*/ 70622 h 38908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198246" h="389083">
                      <a:moveTo>
                        <a:pt x="198246" y="70622"/>
                      </a:moveTo>
                      <a:cubicBezTo>
                        <a:pt x="187240" y="67581"/>
                        <a:pt x="173364" y="66082"/>
                        <a:pt x="156661" y="66082"/>
                      </a:cubicBezTo>
                      <a:cubicBezTo>
                        <a:pt x="122485" y="66082"/>
                        <a:pt x="93063" y="84112"/>
                        <a:pt x="68352" y="120087"/>
                      </a:cubicBezTo>
                      <a:lnTo>
                        <a:pt x="68352" y="389084"/>
                      </a:lnTo>
                      <a:lnTo>
                        <a:pt x="0" y="389084"/>
                      </a:lnTo>
                      <a:lnTo>
                        <a:pt x="0" y="7966"/>
                      </a:lnTo>
                      <a:lnTo>
                        <a:pt x="68352" y="7966"/>
                      </a:lnTo>
                      <a:lnTo>
                        <a:pt x="68352" y="62099"/>
                      </a:lnTo>
                      <a:cubicBezTo>
                        <a:pt x="95675" y="20728"/>
                        <a:pt x="128738" y="0"/>
                        <a:pt x="167453" y="0"/>
                      </a:cubicBezTo>
                      <a:cubicBezTo>
                        <a:pt x="172379" y="0"/>
                        <a:pt x="177304" y="214"/>
                        <a:pt x="182272" y="557"/>
                      </a:cubicBezTo>
                      <a:cubicBezTo>
                        <a:pt x="187197" y="942"/>
                        <a:pt x="192550" y="1713"/>
                        <a:pt x="198246" y="2827"/>
                      </a:cubicBezTo>
                      <a:lnTo>
                        <a:pt x="198246" y="70622"/>
                      </a:lnTo>
                      <a:close/>
                    </a:path>
                  </a:pathLst>
                </a:custGeom>
                <a:solidFill>
                  <a:srgbClr val="EB262A"/>
                </a:solidFill>
                <a:ln w="2232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IN"/>
                </a:p>
              </p:txBody>
            </p:sp>
            <p:sp>
              <p:nvSpPr>
                <p:cNvPr id="44" name="Freeform: Shape 43">
                  <a:extLst>
                    <a:ext uri="{FF2B5EF4-FFF2-40B4-BE49-F238E27FC236}">
                      <a16:creationId xmlns:a16="http://schemas.microsoft.com/office/drawing/2014/main" id="{82C041B0-1958-B220-B3A2-6BF78378B29D}"/>
                    </a:ext>
                  </a:extLst>
                </p:cNvPr>
                <p:cNvSpPr/>
                <p:nvPr/>
              </p:nvSpPr>
              <p:spPr>
                <a:xfrm>
                  <a:off x="3242723" y="801256"/>
                  <a:ext cx="356620" cy="398291"/>
                </a:xfrm>
                <a:custGeom>
                  <a:avLst/>
                  <a:gdLst>
                    <a:gd name="connsiteX0" fmla="*/ 177732 w 356620"/>
                    <a:gd name="connsiteY0" fmla="*/ 0 h 398291"/>
                    <a:gd name="connsiteX1" fmla="*/ 251780 w 356620"/>
                    <a:gd name="connsiteY1" fmla="*/ 13405 h 398291"/>
                    <a:gd name="connsiteX2" fmla="*/ 308183 w 356620"/>
                    <a:gd name="connsiteY2" fmla="*/ 52120 h 398291"/>
                    <a:gd name="connsiteX3" fmla="*/ 344072 w 356620"/>
                    <a:gd name="connsiteY3" fmla="*/ 114519 h 398291"/>
                    <a:gd name="connsiteX4" fmla="*/ 356620 w 356620"/>
                    <a:gd name="connsiteY4" fmla="*/ 198846 h 398291"/>
                    <a:gd name="connsiteX5" fmla="*/ 343515 w 356620"/>
                    <a:gd name="connsiteY5" fmla="*/ 284885 h 398291"/>
                    <a:gd name="connsiteX6" fmla="*/ 306770 w 356620"/>
                    <a:gd name="connsiteY6" fmla="*/ 347284 h 398291"/>
                    <a:gd name="connsiteX7" fmla="*/ 250367 w 356620"/>
                    <a:gd name="connsiteY7" fmla="*/ 385486 h 398291"/>
                    <a:gd name="connsiteX8" fmla="*/ 177732 w 356620"/>
                    <a:gd name="connsiteY8" fmla="*/ 398291 h 398291"/>
                    <a:gd name="connsiteX9" fmla="*/ 105654 w 356620"/>
                    <a:gd name="connsiteY9" fmla="*/ 385486 h 398291"/>
                    <a:gd name="connsiteX10" fmla="*/ 49251 w 356620"/>
                    <a:gd name="connsiteY10" fmla="*/ 347284 h 398291"/>
                    <a:gd name="connsiteX11" fmla="*/ 12805 w 356620"/>
                    <a:gd name="connsiteY11" fmla="*/ 284885 h 398291"/>
                    <a:gd name="connsiteX12" fmla="*/ 0 w 356620"/>
                    <a:gd name="connsiteY12" fmla="*/ 198846 h 398291"/>
                    <a:gd name="connsiteX13" fmla="*/ 12805 w 356620"/>
                    <a:gd name="connsiteY13" fmla="*/ 113106 h 398291"/>
                    <a:gd name="connsiteX14" fmla="*/ 49251 w 356620"/>
                    <a:gd name="connsiteY14" fmla="*/ 50707 h 398291"/>
                    <a:gd name="connsiteX15" fmla="*/ 105654 w 356620"/>
                    <a:gd name="connsiteY15" fmla="*/ 12805 h 398291"/>
                    <a:gd name="connsiteX16" fmla="*/ 177732 w 356620"/>
                    <a:gd name="connsiteY16" fmla="*/ 0 h 398291"/>
                    <a:gd name="connsiteX17" fmla="*/ 177732 w 356620"/>
                    <a:gd name="connsiteY17" fmla="*/ 345229 h 398291"/>
                    <a:gd name="connsiteX18" fmla="*/ 257604 w 356620"/>
                    <a:gd name="connsiteY18" fmla="*/ 308355 h 398291"/>
                    <a:gd name="connsiteX19" fmla="*/ 287112 w 356620"/>
                    <a:gd name="connsiteY19" fmla="*/ 198846 h 398291"/>
                    <a:gd name="connsiteX20" fmla="*/ 279103 w 356620"/>
                    <a:gd name="connsiteY20" fmla="*/ 134220 h 398291"/>
                    <a:gd name="connsiteX21" fmla="*/ 256491 w 356620"/>
                    <a:gd name="connsiteY21" fmla="*/ 88481 h 398291"/>
                    <a:gd name="connsiteX22" fmla="*/ 221844 w 356620"/>
                    <a:gd name="connsiteY22" fmla="*/ 61029 h 398291"/>
                    <a:gd name="connsiteX23" fmla="*/ 177732 w 356620"/>
                    <a:gd name="connsiteY23" fmla="*/ 51864 h 398291"/>
                    <a:gd name="connsiteX24" fmla="*/ 133063 w 356620"/>
                    <a:gd name="connsiteY24" fmla="*/ 61585 h 398291"/>
                    <a:gd name="connsiteX25" fmla="*/ 98673 w 356620"/>
                    <a:gd name="connsiteY25" fmla="*/ 89894 h 398291"/>
                    <a:gd name="connsiteX26" fmla="*/ 76318 w 356620"/>
                    <a:gd name="connsiteY26" fmla="*/ 135933 h 398291"/>
                    <a:gd name="connsiteX27" fmla="*/ 68309 w 356620"/>
                    <a:gd name="connsiteY27" fmla="*/ 198846 h 398291"/>
                    <a:gd name="connsiteX28" fmla="*/ 97774 w 356620"/>
                    <a:gd name="connsiteY28" fmla="*/ 307798 h 398291"/>
                    <a:gd name="connsiteX29" fmla="*/ 177689 w 356620"/>
                    <a:gd name="connsiteY29" fmla="*/ 345229 h 39829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</a:cxnLst>
                  <a:rect l="l" t="t" r="r" b="b"/>
                  <a:pathLst>
                    <a:path w="356620" h="398291">
                      <a:moveTo>
                        <a:pt x="177732" y="0"/>
                      </a:moveTo>
                      <a:cubicBezTo>
                        <a:pt x="205056" y="0"/>
                        <a:pt x="229767" y="4454"/>
                        <a:pt x="251780" y="13405"/>
                      </a:cubicBezTo>
                      <a:cubicBezTo>
                        <a:pt x="273793" y="22313"/>
                        <a:pt x="292594" y="35247"/>
                        <a:pt x="308183" y="52120"/>
                      </a:cubicBezTo>
                      <a:cubicBezTo>
                        <a:pt x="323772" y="69037"/>
                        <a:pt x="335721" y="89808"/>
                        <a:pt x="344072" y="114519"/>
                      </a:cubicBezTo>
                      <a:cubicBezTo>
                        <a:pt x="352423" y="139188"/>
                        <a:pt x="356620" y="167325"/>
                        <a:pt x="356620" y="198846"/>
                      </a:cubicBezTo>
                      <a:cubicBezTo>
                        <a:pt x="356620" y="230367"/>
                        <a:pt x="352252" y="260174"/>
                        <a:pt x="343515" y="284885"/>
                      </a:cubicBezTo>
                      <a:cubicBezTo>
                        <a:pt x="334778" y="309554"/>
                        <a:pt x="322530" y="330368"/>
                        <a:pt x="306770" y="347284"/>
                      </a:cubicBezTo>
                      <a:cubicBezTo>
                        <a:pt x="291009" y="364201"/>
                        <a:pt x="272208" y="376921"/>
                        <a:pt x="250367" y="385486"/>
                      </a:cubicBezTo>
                      <a:cubicBezTo>
                        <a:pt x="228525" y="394009"/>
                        <a:pt x="204328" y="398291"/>
                        <a:pt x="177732" y="398291"/>
                      </a:cubicBezTo>
                      <a:cubicBezTo>
                        <a:pt x="151136" y="398291"/>
                        <a:pt x="127496" y="394009"/>
                        <a:pt x="105654" y="385486"/>
                      </a:cubicBezTo>
                      <a:cubicBezTo>
                        <a:pt x="83812" y="376921"/>
                        <a:pt x="65011" y="364201"/>
                        <a:pt x="49251" y="347284"/>
                      </a:cubicBezTo>
                      <a:cubicBezTo>
                        <a:pt x="33491" y="330368"/>
                        <a:pt x="21328" y="309597"/>
                        <a:pt x="12805" y="284885"/>
                      </a:cubicBezTo>
                      <a:cubicBezTo>
                        <a:pt x="4283" y="260174"/>
                        <a:pt x="0" y="231523"/>
                        <a:pt x="0" y="198846"/>
                      </a:cubicBezTo>
                      <a:cubicBezTo>
                        <a:pt x="0" y="166169"/>
                        <a:pt x="4283" y="137989"/>
                        <a:pt x="12805" y="113106"/>
                      </a:cubicBezTo>
                      <a:cubicBezTo>
                        <a:pt x="21328" y="88224"/>
                        <a:pt x="33491" y="67453"/>
                        <a:pt x="49251" y="50707"/>
                      </a:cubicBezTo>
                      <a:cubicBezTo>
                        <a:pt x="65011" y="34005"/>
                        <a:pt x="83812" y="21371"/>
                        <a:pt x="105654" y="12805"/>
                      </a:cubicBezTo>
                      <a:cubicBezTo>
                        <a:pt x="127496" y="4283"/>
                        <a:pt x="151522" y="0"/>
                        <a:pt x="177732" y="0"/>
                      </a:cubicBezTo>
                      <a:close/>
                      <a:moveTo>
                        <a:pt x="177732" y="345229"/>
                      </a:moveTo>
                      <a:cubicBezTo>
                        <a:pt x="211308" y="345229"/>
                        <a:pt x="237947" y="332937"/>
                        <a:pt x="257604" y="308355"/>
                      </a:cubicBezTo>
                      <a:cubicBezTo>
                        <a:pt x="277262" y="283772"/>
                        <a:pt x="287112" y="247240"/>
                        <a:pt x="287112" y="198846"/>
                      </a:cubicBezTo>
                      <a:cubicBezTo>
                        <a:pt x="287112" y="174049"/>
                        <a:pt x="284414" y="152507"/>
                        <a:pt x="279103" y="134220"/>
                      </a:cubicBezTo>
                      <a:cubicBezTo>
                        <a:pt x="273750" y="115933"/>
                        <a:pt x="266213" y="100686"/>
                        <a:pt x="256491" y="88481"/>
                      </a:cubicBezTo>
                      <a:cubicBezTo>
                        <a:pt x="246769" y="76275"/>
                        <a:pt x="235206" y="67153"/>
                        <a:pt x="221844" y="61029"/>
                      </a:cubicBezTo>
                      <a:cubicBezTo>
                        <a:pt x="208482" y="54947"/>
                        <a:pt x="193749" y="51864"/>
                        <a:pt x="177732" y="51864"/>
                      </a:cubicBezTo>
                      <a:cubicBezTo>
                        <a:pt x="161715" y="51864"/>
                        <a:pt x="146425" y="55118"/>
                        <a:pt x="133063" y="61585"/>
                      </a:cubicBezTo>
                      <a:cubicBezTo>
                        <a:pt x="119659" y="68052"/>
                        <a:pt x="108224" y="77517"/>
                        <a:pt x="98673" y="89894"/>
                      </a:cubicBezTo>
                      <a:cubicBezTo>
                        <a:pt x="89123" y="102271"/>
                        <a:pt x="81671" y="117646"/>
                        <a:pt x="76318" y="135933"/>
                      </a:cubicBezTo>
                      <a:cubicBezTo>
                        <a:pt x="70964" y="154220"/>
                        <a:pt x="68309" y="175205"/>
                        <a:pt x="68309" y="198846"/>
                      </a:cubicBezTo>
                      <a:cubicBezTo>
                        <a:pt x="68309" y="246512"/>
                        <a:pt x="78116" y="282830"/>
                        <a:pt x="97774" y="307798"/>
                      </a:cubicBezTo>
                      <a:cubicBezTo>
                        <a:pt x="117432" y="332766"/>
                        <a:pt x="144070" y="345229"/>
                        <a:pt x="177689" y="345229"/>
                      </a:cubicBezTo>
                      <a:close/>
                    </a:path>
                  </a:pathLst>
                </a:custGeom>
                <a:solidFill>
                  <a:srgbClr val="EB262A"/>
                </a:solidFill>
                <a:ln w="2232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IN"/>
                </a:p>
              </p:txBody>
            </p:sp>
            <p:sp>
              <p:nvSpPr>
                <p:cNvPr id="45" name="Freeform: Shape 44">
                  <a:extLst>
                    <a:ext uri="{FF2B5EF4-FFF2-40B4-BE49-F238E27FC236}">
                      <a16:creationId xmlns:a16="http://schemas.microsoft.com/office/drawing/2014/main" id="{F18835B1-17E7-B2BB-3A3B-AE3945C9341F}"/>
                    </a:ext>
                  </a:extLst>
                </p:cNvPr>
                <p:cNvSpPr/>
                <p:nvPr/>
              </p:nvSpPr>
              <p:spPr>
                <a:xfrm>
                  <a:off x="3605125" y="664510"/>
                  <a:ext cx="332123" cy="534995"/>
                </a:xfrm>
                <a:custGeom>
                  <a:avLst/>
                  <a:gdLst>
                    <a:gd name="connsiteX0" fmla="*/ 264328 w 332123"/>
                    <a:gd name="connsiteY0" fmla="*/ 480862 h 534995"/>
                    <a:gd name="connsiteX1" fmla="*/ 155719 w 332123"/>
                    <a:gd name="connsiteY1" fmla="*/ 534995 h 534995"/>
                    <a:gd name="connsiteX2" fmla="*/ 90065 w 332123"/>
                    <a:gd name="connsiteY2" fmla="*/ 521333 h 534995"/>
                    <a:gd name="connsiteX3" fmla="*/ 41200 w 332123"/>
                    <a:gd name="connsiteY3" fmla="*/ 482318 h 534995"/>
                    <a:gd name="connsiteX4" fmla="*/ 10493 w 332123"/>
                    <a:gd name="connsiteY4" fmla="*/ 420519 h 534995"/>
                    <a:gd name="connsiteX5" fmla="*/ 0 w 332123"/>
                    <a:gd name="connsiteY5" fmla="*/ 338462 h 534995"/>
                    <a:gd name="connsiteX6" fmla="*/ 11949 w 332123"/>
                    <a:gd name="connsiteY6" fmla="*/ 254435 h 534995"/>
                    <a:gd name="connsiteX7" fmla="*/ 45182 w 332123"/>
                    <a:gd name="connsiteY7" fmla="*/ 190923 h 534995"/>
                    <a:gd name="connsiteX8" fmla="*/ 95761 w 332123"/>
                    <a:gd name="connsiteY8" fmla="*/ 150751 h 534995"/>
                    <a:gd name="connsiteX9" fmla="*/ 160301 w 332123"/>
                    <a:gd name="connsiteY9" fmla="*/ 136790 h 534995"/>
                    <a:gd name="connsiteX10" fmla="*/ 264328 w 332123"/>
                    <a:gd name="connsiteY10" fmla="*/ 173835 h 534995"/>
                    <a:gd name="connsiteX11" fmla="*/ 264328 w 332123"/>
                    <a:gd name="connsiteY11" fmla="*/ 0 h 534995"/>
                    <a:gd name="connsiteX12" fmla="*/ 332123 w 332123"/>
                    <a:gd name="connsiteY12" fmla="*/ 0 h 534995"/>
                    <a:gd name="connsiteX13" fmla="*/ 332123 w 332123"/>
                    <a:gd name="connsiteY13" fmla="*/ 525873 h 534995"/>
                    <a:gd name="connsiteX14" fmla="*/ 264328 w 332123"/>
                    <a:gd name="connsiteY14" fmla="*/ 525873 h 534995"/>
                    <a:gd name="connsiteX15" fmla="*/ 264328 w 332123"/>
                    <a:gd name="connsiteY15" fmla="*/ 480862 h 534995"/>
                    <a:gd name="connsiteX16" fmla="*/ 264328 w 332123"/>
                    <a:gd name="connsiteY16" fmla="*/ 417649 h 534995"/>
                    <a:gd name="connsiteX17" fmla="*/ 264328 w 332123"/>
                    <a:gd name="connsiteY17" fmla="*/ 235120 h 534995"/>
                    <a:gd name="connsiteX18" fmla="*/ 164070 w 332123"/>
                    <a:gd name="connsiteY18" fmla="*/ 188610 h 534995"/>
                    <a:gd name="connsiteX19" fmla="*/ 94562 w 332123"/>
                    <a:gd name="connsiteY19" fmla="*/ 225784 h 534995"/>
                    <a:gd name="connsiteX20" fmla="*/ 68352 w 332123"/>
                    <a:gd name="connsiteY20" fmla="*/ 338462 h 534995"/>
                    <a:gd name="connsiteX21" fmla="*/ 93149 w 332123"/>
                    <a:gd name="connsiteY21" fmla="*/ 446001 h 534995"/>
                    <a:gd name="connsiteX22" fmla="*/ 161244 w 332123"/>
                    <a:gd name="connsiteY22" fmla="*/ 482018 h 534995"/>
                    <a:gd name="connsiteX23" fmla="*/ 264371 w 332123"/>
                    <a:gd name="connsiteY23" fmla="*/ 417649 h 53499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</a:cxnLst>
                  <a:rect l="l" t="t" r="r" b="b"/>
                  <a:pathLst>
                    <a:path w="332123" h="534995">
                      <a:moveTo>
                        <a:pt x="264328" y="480862"/>
                      </a:moveTo>
                      <a:cubicBezTo>
                        <a:pt x="234007" y="516965"/>
                        <a:pt x="197818" y="534995"/>
                        <a:pt x="155719" y="534995"/>
                      </a:cubicBezTo>
                      <a:cubicBezTo>
                        <a:pt x="131093" y="534995"/>
                        <a:pt x="109209" y="530455"/>
                        <a:pt x="90065" y="521333"/>
                      </a:cubicBezTo>
                      <a:cubicBezTo>
                        <a:pt x="70921" y="512211"/>
                        <a:pt x="54604" y="499235"/>
                        <a:pt x="41200" y="482318"/>
                      </a:cubicBezTo>
                      <a:cubicBezTo>
                        <a:pt x="27752" y="465444"/>
                        <a:pt x="17516" y="444801"/>
                        <a:pt x="10493" y="420519"/>
                      </a:cubicBezTo>
                      <a:cubicBezTo>
                        <a:pt x="3469" y="396193"/>
                        <a:pt x="0" y="368869"/>
                        <a:pt x="0" y="338462"/>
                      </a:cubicBezTo>
                      <a:cubicBezTo>
                        <a:pt x="0" y="308055"/>
                        <a:pt x="3983" y="279318"/>
                        <a:pt x="11949" y="254435"/>
                      </a:cubicBezTo>
                      <a:cubicBezTo>
                        <a:pt x="19915" y="229553"/>
                        <a:pt x="30964" y="208396"/>
                        <a:pt x="45182" y="190923"/>
                      </a:cubicBezTo>
                      <a:cubicBezTo>
                        <a:pt x="59401" y="173449"/>
                        <a:pt x="76275" y="160045"/>
                        <a:pt x="95761" y="150751"/>
                      </a:cubicBezTo>
                      <a:cubicBezTo>
                        <a:pt x="115290" y="141458"/>
                        <a:pt x="136789" y="136790"/>
                        <a:pt x="160301" y="136790"/>
                      </a:cubicBezTo>
                      <a:cubicBezTo>
                        <a:pt x="201629" y="136790"/>
                        <a:pt x="236277" y="149124"/>
                        <a:pt x="264328" y="173835"/>
                      </a:cubicBezTo>
                      <a:lnTo>
                        <a:pt x="264328" y="0"/>
                      </a:lnTo>
                      <a:lnTo>
                        <a:pt x="332123" y="0"/>
                      </a:lnTo>
                      <a:lnTo>
                        <a:pt x="332123" y="525873"/>
                      </a:lnTo>
                      <a:lnTo>
                        <a:pt x="264328" y="525873"/>
                      </a:lnTo>
                      <a:lnTo>
                        <a:pt x="264328" y="480862"/>
                      </a:lnTo>
                      <a:close/>
                      <a:moveTo>
                        <a:pt x="264328" y="417649"/>
                      </a:moveTo>
                      <a:lnTo>
                        <a:pt x="264328" y="235120"/>
                      </a:lnTo>
                      <a:cubicBezTo>
                        <a:pt x="234692" y="204114"/>
                        <a:pt x="201287" y="188610"/>
                        <a:pt x="164070" y="188610"/>
                      </a:cubicBezTo>
                      <a:cubicBezTo>
                        <a:pt x="135205" y="188610"/>
                        <a:pt x="112035" y="200987"/>
                        <a:pt x="94562" y="225784"/>
                      </a:cubicBezTo>
                      <a:cubicBezTo>
                        <a:pt x="77089" y="250581"/>
                        <a:pt x="68352" y="288140"/>
                        <a:pt x="68352" y="338462"/>
                      </a:cubicBezTo>
                      <a:cubicBezTo>
                        <a:pt x="68352" y="386128"/>
                        <a:pt x="76618" y="421975"/>
                        <a:pt x="93149" y="446001"/>
                      </a:cubicBezTo>
                      <a:cubicBezTo>
                        <a:pt x="109680" y="470027"/>
                        <a:pt x="132335" y="482018"/>
                        <a:pt x="161244" y="482018"/>
                      </a:cubicBezTo>
                      <a:cubicBezTo>
                        <a:pt x="198460" y="482018"/>
                        <a:pt x="232808" y="460562"/>
                        <a:pt x="264371" y="417649"/>
                      </a:cubicBezTo>
                      <a:close/>
                    </a:path>
                  </a:pathLst>
                </a:custGeom>
                <a:solidFill>
                  <a:srgbClr val="EB262A"/>
                </a:solidFill>
                <a:ln w="2232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IN"/>
                </a:p>
              </p:txBody>
            </p:sp>
            <p:sp>
              <p:nvSpPr>
                <p:cNvPr id="46" name="Freeform: Shape 45">
                  <a:extLst>
                    <a:ext uri="{FF2B5EF4-FFF2-40B4-BE49-F238E27FC236}">
                      <a16:creationId xmlns:a16="http://schemas.microsoft.com/office/drawing/2014/main" id="{CDFFBE3E-5A81-00CD-19C7-B93D554FF274}"/>
                    </a:ext>
                  </a:extLst>
                </p:cNvPr>
                <p:cNvSpPr/>
                <p:nvPr/>
              </p:nvSpPr>
              <p:spPr>
                <a:xfrm>
                  <a:off x="3969197" y="801299"/>
                  <a:ext cx="330367" cy="398162"/>
                </a:xfrm>
                <a:custGeom>
                  <a:avLst/>
                  <a:gdLst>
                    <a:gd name="connsiteX0" fmla="*/ 262615 w 330367"/>
                    <a:gd name="connsiteY0" fmla="*/ 350325 h 398162"/>
                    <a:gd name="connsiteX1" fmla="*/ 129594 w 330367"/>
                    <a:gd name="connsiteY1" fmla="*/ 398163 h 398162"/>
                    <a:gd name="connsiteX2" fmla="*/ 77859 w 330367"/>
                    <a:gd name="connsiteY2" fmla="*/ 390197 h 398162"/>
                    <a:gd name="connsiteX3" fmla="*/ 36660 w 330367"/>
                    <a:gd name="connsiteY3" fmla="*/ 367670 h 398162"/>
                    <a:gd name="connsiteX4" fmla="*/ 9679 w 330367"/>
                    <a:gd name="connsiteY4" fmla="*/ 332937 h 398162"/>
                    <a:gd name="connsiteX5" fmla="*/ 0 w 330367"/>
                    <a:gd name="connsiteY5" fmla="*/ 288226 h 398162"/>
                    <a:gd name="connsiteX6" fmla="*/ 229638 w 330367"/>
                    <a:gd name="connsiteY6" fmla="*/ 154349 h 398162"/>
                    <a:gd name="connsiteX7" fmla="*/ 262615 w 330367"/>
                    <a:gd name="connsiteY7" fmla="*/ 154349 h 398162"/>
                    <a:gd name="connsiteX8" fmla="*/ 260345 w 330367"/>
                    <a:gd name="connsiteY8" fmla="*/ 108524 h 398162"/>
                    <a:gd name="connsiteX9" fmla="*/ 249296 w 330367"/>
                    <a:gd name="connsiteY9" fmla="*/ 76446 h 398162"/>
                    <a:gd name="connsiteX10" fmla="*/ 222401 w 330367"/>
                    <a:gd name="connsiteY10" fmla="*/ 57816 h 398162"/>
                    <a:gd name="connsiteX11" fmla="*/ 171993 w 330367"/>
                    <a:gd name="connsiteY11" fmla="*/ 51821 h 398162"/>
                    <a:gd name="connsiteX12" fmla="*/ 79144 w 330367"/>
                    <a:gd name="connsiteY12" fmla="*/ 117346 h 398162"/>
                    <a:gd name="connsiteX13" fmla="*/ 11349 w 330367"/>
                    <a:gd name="connsiteY13" fmla="*/ 117346 h 398162"/>
                    <a:gd name="connsiteX14" fmla="*/ 175419 w 330367"/>
                    <a:gd name="connsiteY14" fmla="*/ 0 h 398162"/>
                    <a:gd name="connsiteX15" fmla="*/ 240645 w 330367"/>
                    <a:gd name="connsiteY15" fmla="*/ 5996 h 398162"/>
                    <a:gd name="connsiteX16" fmla="*/ 289339 w 330367"/>
                    <a:gd name="connsiteY16" fmla="*/ 27923 h 398162"/>
                    <a:gd name="connsiteX17" fmla="*/ 319832 w 330367"/>
                    <a:gd name="connsiteY17" fmla="*/ 71778 h 398162"/>
                    <a:gd name="connsiteX18" fmla="*/ 330367 w 330367"/>
                    <a:gd name="connsiteY18" fmla="*/ 142999 h 398162"/>
                    <a:gd name="connsiteX19" fmla="*/ 330367 w 330367"/>
                    <a:gd name="connsiteY19" fmla="*/ 389126 h 398162"/>
                    <a:gd name="connsiteX20" fmla="*/ 262572 w 330367"/>
                    <a:gd name="connsiteY20" fmla="*/ 389126 h 398162"/>
                    <a:gd name="connsiteX21" fmla="*/ 262572 w 330367"/>
                    <a:gd name="connsiteY21" fmla="*/ 350411 h 398162"/>
                    <a:gd name="connsiteX22" fmla="*/ 262615 w 330367"/>
                    <a:gd name="connsiteY22" fmla="*/ 288911 h 398162"/>
                    <a:gd name="connsiteX23" fmla="*/ 262615 w 330367"/>
                    <a:gd name="connsiteY23" fmla="*/ 203899 h 398162"/>
                    <a:gd name="connsiteX24" fmla="*/ 216447 w 330367"/>
                    <a:gd name="connsiteY24" fmla="*/ 203899 h 398162"/>
                    <a:gd name="connsiteX25" fmla="*/ 69465 w 330367"/>
                    <a:gd name="connsiteY25" fmla="*/ 284885 h 398162"/>
                    <a:gd name="connsiteX26" fmla="*/ 90536 w 330367"/>
                    <a:gd name="connsiteY26" fmla="*/ 329682 h 398162"/>
                    <a:gd name="connsiteX27" fmla="*/ 149209 w 330367"/>
                    <a:gd name="connsiteY27" fmla="*/ 345186 h 398162"/>
                    <a:gd name="connsiteX28" fmla="*/ 181972 w 330367"/>
                    <a:gd name="connsiteY28" fmla="*/ 341460 h 398162"/>
                    <a:gd name="connsiteX29" fmla="*/ 213021 w 330367"/>
                    <a:gd name="connsiteY29" fmla="*/ 330239 h 398162"/>
                    <a:gd name="connsiteX30" fmla="*/ 240645 w 330367"/>
                    <a:gd name="connsiteY30" fmla="*/ 312423 h 398162"/>
                    <a:gd name="connsiteX31" fmla="*/ 262572 w 330367"/>
                    <a:gd name="connsiteY31" fmla="*/ 288868 h 39816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</a:cxnLst>
                  <a:rect l="l" t="t" r="r" b="b"/>
                  <a:pathLst>
                    <a:path w="330367" h="398162">
                      <a:moveTo>
                        <a:pt x="262615" y="350325"/>
                      </a:moveTo>
                      <a:cubicBezTo>
                        <a:pt x="227754" y="382231"/>
                        <a:pt x="183428" y="398163"/>
                        <a:pt x="129594" y="398163"/>
                      </a:cubicBezTo>
                      <a:cubicBezTo>
                        <a:pt x="111007" y="398163"/>
                        <a:pt x="93791" y="395508"/>
                        <a:pt x="77859" y="390197"/>
                      </a:cubicBezTo>
                      <a:cubicBezTo>
                        <a:pt x="61928" y="384886"/>
                        <a:pt x="48223" y="377392"/>
                        <a:pt x="36660" y="367670"/>
                      </a:cubicBezTo>
                      <a:cubicBezTo>
                        <a:pt x="25097" y="357991"/>
                        <a:pt x="16103" y="346428"/>
                        <a:pt x="9679" y="332937"/>
                      </a:cubicBezTo>
                      <a:cubicBezTo>
                        <a:pt x="3212" y="319447"/>
                        <a:pt x="0" y="304543"/>
                        <a:pt x="0" y="288226"/>
                      </a:cubicBezTo>
                      <a:cubicBezTo>
                        <a:pt x="0" y="198974"/>
                        <a:pt x="76532" y="154349"/>
                        <a:pt x="229638" y="154349"/>
                      </a:cubicBezTo>
                      <a:lnTo>
                        <a:pt x="262615" y="154349"/>
                      </a:lnTo>
                      <a:cubicBezTo>
                        <a:pt x="262615" y="136789"/>
                        <a:pt x="261844" y="121500"/>
                        <a:pt x="260345" y="108524"/>
                      </a:cubicBezTo>
                      <a:cubicBezTo>
                        <a:pt x="258803" y="95547"/>
                        <a:pt x="255163" y="84840"/>
                        <a:pt x="249296" y="76446"/>
                      </a:cubicBezTo>
                      <a:cubicBezTo>
                        <a:pt x="243429" y="68052"/>
                        <a:pt x="234478" y="61842"/>
                        <a:pt x="222401" y="57816"/>
                      </a:cubicBezTo>
                      <a:cubicBezTo>
                        <a:pt x="210323" y="53834"/>
                        <a:pt x="193535" y="51821"/>
                        <a:pt x="171993" y="51821"/>
                      </a:cubicBezTo>
                      <a:cubicBezTo>
                        <a:pt x="111607" y="51821"/>
                        <a:pt x="80643" y="73662"/>
                        <a:pt x="79144" y="117346"/>
                      </a:cubicBezTo>
                      <a:lnTo>
                        <a:pt x="11349" y="117346"/>
                      </a:lnTo>
                      <a:cubicBezTo>
                        <a:pt x="16660" y="39101"/>
                        <a:pt x="71350" y="0"/>
                        <a:pt x="175419" y="0"/>
                      </a:cubicBezTo>
                      <a:cubicBezTo>
                        <a:pt x="199745" y="0"/>
                        <a:pt x="221458" y="2013"/>
                        <a:pt x="240645" y="5996"/>
                      </a:cubicBezTo>
                      <a:cubicBezTo>
                        <a:pt x="259789" y="9979"/>
                        <a:pt x="276063" y="17302"/>
                        <a:pt x="289339" y="27923"/>
                      </a:cubicBezTo>
                      <a:cubicBezTo>
                        <a:pt x="302615" y="38544"/>
                        <a:pt x="312808" y="53191"/>
                        <a:pt x="319832" y="71778"/>
                      </a:cubicBezTo>
                      <a:cubicBezTo>
                        <a:pt x="326855" y="90365"/>
                        <a:pt x="330367" y="114134"/>
                        <a:pt x="330367" y="142999"/>
                      </a:cubicBezTo>
                      <a:lnTo>
                        <a:pt x="330367" y="389126"/>
                      </a:lnTo>
                      <a:lnTo>
                        <a:pt x="262572" y="389126"/>
                      </a:lnTo>
                      <a:lnTo>
                        <a:pt x="262572" y="350411"/>
                      </a:lnTo>
                      <a:close/>
                      <a:moveTo>
                        <a:pt x="262615" y="288911"/>
                      </a:moveTo>
                      <a:lnTo>
                        <a:pt x="262615" y="203899"/>
                      </a:lnTo>
                      <a:lnTo>
                        <a:pt x="216447" y="203899"/>
                      </a:lnTo>
                      <a:cubicBezTo>
                        <a:pt x="118459" y="203899"/>
                        <a:pt x="69465" y="230923"/>
                        <a:pt x="69465" y="284885"/>
                      </a:cubicBezTo>
                      <a:cubicBezTo>
                        <a:pt x="69465" y="304414"/>
                        <a:pt x="76489" y="319361"/>
                        <a:pt x="90536" y="329682"/>
                      </a:cubicBezTo>
                      <a:cubicBezTo>
                        <a:pt x="104583" y="340047"/>
                        <a:pt x="124155" y="345186"/>
                        <a:pt x="149209" y="345186"/>
                      </a:cubicBezTo>
                      <a:cubicBezTo>
                        <a:pt x="160216" y="345186"/>
                        <a:pt x="171137" y="343944"/>
                        <a:pt x="181972" y="341460"/>
                      </a:cubicBezTo>
                      <a:cubicBezTo>
                        <a:pt x="192807" y="338976"/>
                        <a:pt x="203128" y="335250"/>
                        <a:pt x="213021" y="330239"/>
                      </a:cubicBezTo>
                      <a:cubicBezTo>
                        <a:pt x="222872" y="325271"/>
                        <a:pt x="232122" y="319318"/>
                        <a:pt x="240645" y="312423"/>
                      </a:cubicBezTo>
                      <a:cubicBezTo>
                        <a:pt x="249167" y="305528"/>
                        <a:pt x="256491" y="297691"/>
                        <a:pt x="262572" y="288868"/>
                      </a:cubicBezTo>
                      <a:close/>
                    </a:path>
                  </a:pathLst>
                </a:custGeom>
                <a:solidFill>
                  <a:srgbClr val="EB262A"/>
                </a:solidFill>
                <a:ln w="2232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IN"/>
                </a:p>
              </p:txBody>
            </p:sp>
            <p:sp>
              <p:nvSpPr>
                <p:cNvPr id="47" name="Freeform: Shape 46">
                  <a:extLst>
                    <a:ext uri="{FF2B5EF4-FFF2-40B4-BE49-F238E27FC236}">
                      <a16:creationId xmlns:a16="http://schemas.microsoft.com/office/drawing/2014/main" id="{9D4A9E5E-5EA1-74B1-5C49-420528B149E2}"/>
                    </a:ext>
                  </a:extLst>
                </p:cNvPr>
                <p:cNvSpPr/>
                <p:nvPr/>
              </p:nvSpPr>
              <p:spPr>
                <a:xfrm>
                  <a:off x="4353784" y="801256"/>
                  <a:ext cx="332722" cy="535594"/>
                </a:xfrm>
                <a:custGeom>
                  <a:avLst/>
                  <a:gdLst>
                    <a:gd name="connsiteX0" fmla="*/ 68352 w 332722"/>
                    <a:gd name="connsiteY0" fmla="*/ 52977 h 535594"/>
                    <a:gd name="connsiteX1" fmla="*/ 176918 w 332722"/>
                    <a:gd name="connsiteY1" fmla="*/ 0 h 535594"/>
                    <a:gd name="connsiteX2" fmla="*/ 242872 w 332722"/>
                    <a:gd name="connsiteY2" fmla="*/ 13962 h 535594"/>
                    <a:gd name="connsiteX3" fmla="*/ 291780 w 332722"/>
                    <a:gd name="connsiteY3" fmla="*/ 53277 h 535594"/>
                    <a:gd name="connsiteX4" fmla="*/ 322187 w 332722"/>
                    <a:gd name="connsiteY4" fmla="*/ 114819 h 535594"/>
                    <a:gd name="connsiteX5" fmla="*/ 332723 w 332722"/>
                    <a:gd name="connsiteY5" fmla="*/ 195463 h 535594"/>
                    <a:gd name="connsiteX6" fmla="*/ 320774 w 332722"/>
                    <a:gd name="connsiteY6" fmla="*/ 279189 h 535594"/>
                    <a:gd name="connsiteX7" fmla="*/ 287241 w 332722"/>
                    <a:gd name="connsiteY7" fmla="*/ 343301 h 535594"/>
                    <a:gd name="connsiteX8" fmla="*/ 236062 w 332722"/>
                    <a:gd name="connsiteY8" fmla="*/ 384030 h 535594"/>
                    <a:gd name="connsiteX9" fmla="*/ 171822 w 332722"/>
                    <a:gd name="connsiteY9" fmla="*/ 398291 h 535594"/>
                    <a:gd name="connsiteX10" fmla="*/ 68352 w 332722"/>
                    <a:gd name="connsiteY10" fmla="*/ 360132 h 535594"/>
                    <a:gd name="connsiteX11" fmla="*/ 68352 w 332722"/>
                    <a:gd name="connsiteY11" fmla="*/ 535595 h 535594"/>
                    <a:gd name="connsiteX12" fmla="*/ 0 w 332722"/>
                    <a:gd name="connsiteY12" fmla="*/ 535595 h 535594"/>
                    <a:gd name="connsiteX13" fmla="*/ 0 w 332722"/>
                    <a:gd name="connsiteY13" fmla="*/ 7966 h 535594"/>
                    <a:gd name="connsiteX14" fmla="*/ 68352 w 332722"/>
                    <a:gd name="connsiteY14" fmla="*/ 7966 h 535594"/>
                    <a:gd name="connsiteX15" fmla="*/ 68352 w 332722"/>
                    <a:gd name="connsiteY15" fmla="*/ 52977 h 535594"/>
                    <a:gd name="connsiteX16" fmla="*/ 68352 w 332722"/>
                    <a:gd name="connsiteY16" fmla="*/ 299661 h 535594"/>
                    <a:gd name="connsiteX17" fmla="*/ 168053 w 332722"/>
                    <a:gd name="connsiteY17" fmla="*/ 345229 h 535594"/>
                    <a:gd name="connsiteX18" fmla="*/ 237861 w 332722"/>
                    <a:gd name="connsiteY18" fmla="*/ 308055 h 535594"/>
                    <a:gd name="connsiteX19" fmla="*/ 263215 w 332722"/>
                    <a:gd name="connsiteY19" fmla="*/ 195377 h 535594"/>
                    <a:gd name="connsiteX20" fmla="*/ 239274 w 332722"/>
                    <a:gd name="connsiteY20" fmla="*/ 87838 h 535594"/>
                    <a:gd name="connsiteX21" fmla="*/ 170923 w 332722"/>
                    <a:gd name="connsiteY21" fmla="*/ 51821 h 535594"/>
                    <a:gd name="connsiteX22" fmla="*/ 68395 w 332722"/>
                    <a:gd name="connsiteY22" fmla="*/ 117774 h 535594"/>
                    <a:gd name="connsiteX23" fmla="*/ 68395 w 332722"/>
                    <a:gd name="connsiteY23" fmla="*/ 299618 h 53559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</a:cxnLst>
                  <a:rect l="l" t="t" r="r" b="b"/>
                  <a:pathLst>
                    <a:path w="332722" h="535594">
                      <a:moveTo>
                        <a:pt x="68352" y="52977"/>
                      </a:moveTo>
                      <a:cubicBezTo>
                        <a:pt x="98288" y="17645"/>
                        <a:pt x="134477" y="0"/>
                        <a:pt x="176918" y="0"/>
                      </a:cubicBezTo>
                      <a:cubicBezTo>
                        <a:pt x="201544" y="0"/>
                        <a:pt x="223514" y="4668"/>
                        <a:pt x="242872" y="13962"/>
                      </a:cubicBezTo>
                      <a:cubicBezTo>
                        <a:pt x="262187" y="23255"/>
                        <a:pt x="278504" y="36360"/>
                        <a:pt x="291780" y="53277"/>
                      </a:cubicBezTo>
                      <a:cubicBezTo>
                        <a:pt x="305057" y="70193"/>
                        <a:pt x="315164" y="90708"/>
                        <a:pt x="322187" y="114819"/>
                      </a:cubicBezTo>
                      <a:cubicBezTo>
                        <a:pt x="329211" y="138931"/>
                        <a:pt x="332723" y="165826"/>
                        <a:pt x="332723" y="195463"/>
                      </a:cubicBezTo>
                      <a:cubicBezTo>
                        <a:pt x="332723" y="225099"/>
                        <a:pt x="328740" y="254136"/>
                        <a:pt x="320774" y="279189"/>
                      </a:cubicBezTo>
                      <a:cubicBezTo>
                        <a:pt x="312808" y="304243"/>
                        <a:pt x="301630" y="325614"/>
                        <a:pt x="287241" y="343301"/>
                      </a:cubicBezTo>
                      <a:cubicBezTo>
                        <a:pt x="272851" y="360989"/>
                        <a:pt x="255763" y="374565"/>
                        <a:pt x="236062" y="384030"/>
                      </a:cubicBezTo>
                      <a:cubicBezTo>
                        <a:pt x="216362" y="393538"/>
                        <a:pt x="194948" y="398291"/>
                        <a:pt x="171822" y="398291"/>
                      </a:cubicBezTo>
                      <a:cubicBezTo>
                        <a:pt x="130879" y="398291"/>
                        <a:pt x="96404" y="385572"/>
                        <a:pt x="68352" y="360132"/>
                      </a:cubicBezTo>
                      <a:lnTo>
                        <a:pt x="68352" y="535595"/>
                      </a:lnTo>
                      <a:lnTo>
                        <a:pt x="0" y="535595"/>
                      </a:lnTo>
                      <a:lnTo>
                        <a:pt x="0" y="7966"/>
                      </a:lnTo>
                      <a:lnTo>
                        <a:pt x="68352" y="7966"/>
                      </a:lnTo>
                      <a:lnTo>
                        <a:pt x="68352" y="52977"/>
                      </a:lnTo>
                      <a:close/>
                      <a:moveTo>
                        <a:pt x="68352" y="299661"/>
                      </a:moveTo>
                      <a:cubicBezTo>
                        <a:pt x="96832" y="330068"/>
                        <a:pt x="130066" y="345229"/>
                        <a:pt x="168053" y="345229"/>
                      </a:cubicBezTo>
                      <a:cubicBezTo>
                        <a:pt x="197689" y="345229"/>
                        <a:pt x="220944" y="332852"/>
                        <a:pt x="237861" y="308055"/>
                      </a:cubicBezTo>
                      <a:cubicBezTo>
                        <a:pt x="254778" y="283258"/>
                        <a:pt x="263215" y="245699"/>
                        <a:pt x="263215" y="195377"/>
                      </a:cubicBezTo>
                      <a:cubicBezTo>
                        <a:pt x="263215" y="147710"/>
                        <a:pt x="255249" y="111864"/>
                        <a:pt x="239274" y="87838"/>
                      </a:cubicBezTo>
                      <a:cubicBezTo>
                        <a:pt x="223300" y="63812"/>
                        <a:pt x="200516" y="51821"/>
                        <a:pt x="170923" y="51821"/>
                      </a:cubicBezTo>
                      <a:cubicBezTo>
                        <a:pt x="133706" y="51821"/>
                        <a:pt x="99530" y="73834"/>
                        <a:pt x="68395" y="117774"/>
                      </a:cubicBezTo>
                      <a:lnTo>
                        <a:pt x="68395" y="299618"/>
                      </a:lnTo>
                      <a:close/>
                    </a:path>
                  </a:pathLst>
                </a:custGeom>
                <a:solidFill>
                  <a:srgbClr val="EB262A"/>
                </a:solidFill>
                <a:ln w="2232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IN"/>
                </a:p>
              </p:txBody>
            </p:sp>
            <p:sp>
              <p:nvSpPr>
                <p:cNvPr id="48" name="Freeform: Shape 47">
                  <a:extLst>
                    <a:ext uri="{FF2B5EF4-FFF2-40B4-BE49-F238E27FC236}">
                      <a16:creationId xmlns:a16="http://schemas.microsoft.com/office/drawing/2014/main" id="{EE61E2E2-FA02-F54E-74E4-2536C06A02DF}"/>
                    </a:ext>
                  </a:extLst>
                </p:cNvPr>
                <p:cNvSpPr/>
                <p:nvPr/>
              </p:nvSpPr>
              <p:spPr>
                <a:xfrm>
                  <a:off x="4678583" y="715303"/>
                  <a:ext cx="185697" cy="480219"/>
                </a:xfrm>
                <a:custGeom>
                  <a:avLst/>
                  <a:gdLst>
                    <a:gd name="connsiteX0" fmla="*/ 185698 w 185697"/>
                    <a:gd name="connsiteY0" fmla="*/ 475637 h 480219"/>
                    <a:gd name="connsiteX1" fmla="*/ 162357 w 185697"/>
                    <a:gd name="connsiteY1" fmla="*/ 479063 h 480219"/>
                    <a:gd name="connsiteX2" fmla="*/ 137303 w 185697"/>
                    <a:gd name="connsiteY2" fmla="*/ 480219 h 480219"/>
                    <a:gd name="connsiteX3" fmla="*/ 86939 w 185697"/>
                    <a:gd name="connsiteY3" fmla="*/ 472254 h 480219"/>
                    <a:gd name="connsiteX4" fmla="*/ 59658 w 185697"/>
                    <a:gd name="connsiteY4" fmla="*/ 449127 h 480219"/>
                    <a:gd name="connsiteX5" fmla="*/ 48737 w 185697"/>
                    <a:gd name="connsiteY5" fmla="*/ 412339 h 480219"/>
                    <a:gd name="connsiteX6" fmla="*/ 46724 w 185697"/>
                    <a:gd name="connsiteY6" fmla="*/ 363259 h 480219"/>
                    <a:gd name="connsiteX7" fmla="*/ 46724 w 185697"/>
                    <a:gd name="connsiteY7" fmla="*/ 146982 h 480219"/>
                    <a:gd name="connsiteX8" fmla="*/ 0 w 185697"/>
                    <a:gd name="connsiteY8" fmla="*/ 146982 h 480219"/>
                    <a:gd name="connsiteX9" fmla="*/ 0 w 185697"/>
                    <a:gd name="connsiteY9" fmla="*/ 94005 h 480219"/>
                    <a:gd name="connsiteX10" fmla="*/ 46724 w 185697"/>
                    <a:gd name="connsiteY10" fmla="*/ 94005 h 480219"/>
                    <a:gd name="connsiteX11" fmla="*/ 46724 w 185697"/>
                    <a:gd name="connsiteY11" fmla="*/ 0 h 480219"/>
                    <a:gd name="connsiteX12" fmla="*/ 115076 w 185697"/>
                    <a:gd name="connsiteY12" fmla="*/ 0 h 480219"/>
                    <a:gd name="connsiteX13" fmla="*/ 115076 w 185697"/>
                    <a:gd name="connsiteY13" fmla="*/ 94005 h 480219"/>
                    <a:gd name="connsiteX14" fmla="*/ 176576 w 185697"/>
                    <a:gd name="connsiteY14" fmla="*/ 94005 h 480219"/>
                    <a:gd name="connsiteX15" fmla="*/ 176576 w 185697"/>
                    <a:gd name="connsiteY15" fmla="*/ 146982 h 480219"/>
                    <a:gd name="connsiteX16" fmla="*/ 115076 w 185697"/>
                    <a:gd name="connsiteY16" fmla="*/ 146982 h 480219"/>
                    <a:gd name="connsiteX17" fmla="*/ 115076 w 185697"/>
                    <a:gd name="connsiteY17" fmla="*/ 367199 h 480219"/>
                    <a:gd name="connsiteX18" fmla="*/ 117646 w 185697"/>
                    <a:gd name="connsiteY18" fmla="*/ 399233 h 480219"/>
                    <a:gd name="connsiteX19" fmla="*/ 124755 w 185697"/>
                    <a:gd name="connsiteY19" fmla="*/ 417563 h 480219"/>
                    <a:gd name="connsiteX20" fmla="*/ 136447 w 185697"/>
                    <a:gd name="connsiteY20" fmla="*/ 425829 h 480219"/>
                    <a:gd name="connsiteX21" fmla="*/ 152122 w 185697"/>
                    <a:gd name="connsiteY21" fmla="*/ 427799 h 480219"/>
                    <a:gd name="connsiteX22" fmla="*/ 169466 w 185697"/>
                    <a:gd name="connsiteY22" fmla="*/ 427242 h 480219"/>
                    <a:gd name="connsiteX23" fmla="*/ 185698 w 185697"/>
                    <a:gd name="connsiteY23" fmla="*/ 424973 h 480219"/>
                    <a:gd name="connsiteX24" fmla="*/ 185698 w 185697"/>
                    <a:gd name="connsiteY24" fmla="*/ 475680 h 4802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</a:cxnLst>
                  <a:rect l="l" t="t" r="r" b="b"/>
                  <a:pathLst>
                    <a:path w="185697" h="480219">
                      <a:moveTo>
                        <a:pt x="185698" y="475637"/>
                      </a:moveTo>
                      <a:cubicBezTo>
                        <a:pt x="178118" y="477179"/>
                        <a:pt x="170323" y="478292"/>
                        <a:pt x="162357" y="479063"/>
                      </a:cubicBezTo>
                      <a:cubicBezTo>
                        <a:pt x="154391" y="479791"/>
                        <a:pt x="146040" y="480219"/>
                        <a:pt x="137303" y="480219"/>
                      </a:cubicBezTo>
                      <a:cubicBezTo>
                        <a:pt x="115976" y="480219"/>
                        <a:pt x="99187" y="477564"/>
                        <a:pt x="86939" y="472254"/>
                      </a:cubicBezTo>
                      <a:cubicBezTo>
                        <a:pt x="74690" y="466943"/>
                        <a:pt x="65568" y="459191"/>
                        <a:pt x="59658" y="449127"/>
                      </a:cubicBezTo>
                      <a:cubicBezTo>
                        <a:pt x="53705" y="439063"/>
                        <a:pt x="50065" y="426771"/>
                        <a:pt x="48737" y="412339"/>
                      </a:cubicBezTo>
                      <a:cubicBezTo>
                        <a:pt x="47410" y="397863"/>
                        <a:pt x="46724" y="381546"/>
                        <a:pt x="46724" y="363259"/>
                      </a:cubicBezTo>
                      <a:lnTo>
                        <a:pt x="46724" y="146982"/>
                      </a:lnTo>
                      <a:lnTo>
                        <a:pt x="0" y="146982"/>
                      </a:lnTo>
                      <a:lnTo>
                        <a:pt x="0" y="94005"/>
                      </a:lnTo>
                      <a:lnTo>
                        <a:pt x="46724" y="94005"/>
                      </a:lnTo>
                      <a:lnTo>
                        <a:pt x="46724" y="0"/>
                      </a:lnTo>
                      <a:lnTo>
                        <a:pt x="115076" y="0"/>
                      </a:lnTo>
                      <a:lnTo>
                        <a:pt x="115076" y="94005"/>
                      </a:lnTo>
                      <a:lnTo>
                        <a:pt x="176576" y="94005"/>
                      </a:lnTo>
                      <a:lnTo>
                        <a:pt x="176576" y="146982"/>
                      </a:lnTo>
                      <a:lnTo>
                        <a:pt x="115076" y="146982"/>
                      </a:lnTo>
                      <a:lnTo>
                        <a:pt x="115076" y="367199"/>
                      </a:lnTo>
                      <a:cubicBezTo>
                        <a:pt x="115076" y="380518"/>
                        <a:pt x="115933" y="391225"/>
                        <a:pt x="117646" y="399233"/>
                      </a:cubicBezTo>
                      <a:cubicBezTo>
                        <a:pt x="119359" y="407242"/>
                        <a:pt x="121714" y="413324"/>
                        <a:pt x="124755" y="417563"/>
                      </a:cubicBezTo>
                      <a:cubicBezTo>
                        <a:pt x="127796" y="421761"/>
                        <a:pt x="131693" y="424501"/>
                        <a:pt x="136447" y="425829"/>
                      </a:cubicBezTo>
                      <a:cubicBezTo>
                        <a:pt x="141201" y="427157"/>
                        <a:pt x="146425" y="427799"/>
                        <a:pt x="152122" y="427799"/>
                      </a:cubicBezTo>
                      <a:cubicBezTo>
                        <a:pt x="158203" y="427799"/>
                        <a:pt x="163984" y="427628"/>
                        <a:pt x="169466" y="427242"/>
                      </a:cubicBezTo>
                      <a:cubicBezTo>
                        <a:pt x="174991" y="426857"/>
                        <a:pt x="180387" y="426129"/>
                        <a:pt x="185698" y="424973"/>
                      </a:cubicBezTo>
                      <a:lnTo>
                        <a:pt x="185698" y="475680"/>
                      </a:lnTo>
                      <a:close/>
                    </a:path>
                  </a:pathLst>
                </a:custGeom>
                <a:solidFill>
                  <a:srgbClr val="EB262A"/>
                </a:solidFill>
                <a:ln w="2232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IN"/>
                </a:p>
              </p:txBody>
            </p:sp>
          </p:grpSp>
          <p:sp>
            <p:nvSpPr>
              <p:cNvPr id="41" name="Freeform: Shape 40">
                <a:extLst>
                  <a:ext uri="{FF2B5EF4-FFF2-40B4-BE49-F238E27FC236}">
                    <a16:creationId xmlns:a16="http://schemas.microsoft.com/office/drawing/2014/main" id="{9C9B1640-7D62-8BEA-BF27-1C407F1392F3}"/>
                  </a:ext>
                </a:extLst>
              </p:cNvPr>
              <p:cNvSpPr/>
              <p:nvPr/>
            </p:nvSpPr>
            <p:spPr>
              <a:xfrm>
                <a:off x="4853189" y="1019803"/>
                <a:ext cx="170622" cy="170580"/>
              </a:xfrm>
              <a:custGeom>
                <a:avLst/>
                <a:gdLst>
                  <a:gd name="connsiteX0" fmla="*/ 0 w 170622"/>
                  <a:gd name="connsiteY0" fmla="*/ 0 h 170580"/>
                  <a:gd name="connsiteX1" fmla="*/ 170623 w 170622"/>
                  <a:gd name="connsiteY1" fmla="*/ 0 h 170580"/>
                  <a:gd name="connsiteX2" fmla="*/ 170623 w 170622"/>
                  <a:gd name="connsiteY2" fmla="*/ 170580 h 1705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70622" h="170580">
                    <a:moveTo>
                      <a:pt x="0" y="0"/>
                    </a:moveTo>
                    <a:lnTo>
                      <a:pt x="170623" y="0"/>
                    </a:lnTo>
                    <a:lnTo>
                      <a:pt x="170623" y="170580"/>
                    </a:lnTo>
                  </a:path>
                </a:pathLst>
              </a:custGeom>
              <a:solidFill>
                <a:srgbClr val="EB262A"/>
              </a:solidFill>
              <a:ln w="223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</p:grp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239830C9-6940-1602-BE00-30899959BAB9}"/>
                </a:ext>
              </a:extLst>
            </p:cNvPr>
            <p:cNvCxnSpPr>
              <a:cxnSpLocks/>
            </p:cNvCxnSpPr>
            <p:nvPr/>
          </p:nvCxnSpPr>
          <p:spPr>
            <a:xfrm>
              <a:off x="6666867" y="4039329"/>
              <a:ext cx="0" cy="450717"/>
            </a:xfrm>
            <a:prstGeom prst="line">
              <a:avLst/>
            </a:prstGeom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55804F4B-3E5B-3004-E18E-DD4A290EC04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4068451" cy="5143500"/>
          </a:xfrm>
          <a:prstGeom prst="rect">
            <a:avLst/>
          </a:prstGeom>
          <a:solidFill>
            <a:schemeClr val="bg2">
              <a:alpha val="37000"/>
            </a:schemeClr>
          </a:solidFill>
        </p:spPr>
        <p:txBody>
          <a:bodyPr tIns="720000" anchor="ctr" anchorCtr="1"/>
          <a:lstStyle>
            <a:lvl1pPr marL="0" indent="0">
              <a:buNone/>
              <a:defRPr sz="1400">
                <a:solidFill>
                  <a:schemeClr val="tx1"/>
                </a:solidFill>
              </a:defRPr>
            </a:lvl1pPr>
          </a:lstStyle>
          <a:p>
            <a:r>
              <a:rPr lang="en-IN" dirty="0"/>
              <a:t>Click icon to insert the image of your choice</a:t>
            </a:r>
          </a:p>
        </p:txBody>
      </p:sp>
    </p:spTree>
    <p:extLst>
      <p:ext uri="{BB962C8B-B14F-4D97-AF65-F5344CB8AC3E}">
        <p14:creationId xmlns:p14="http://schemas.microsoft.com/office/powerpoint/2010/main" val="11699124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 Placeholder 68">
            <a:extLst>
              <a:ext uri="{FF2B5EF4-FFF2-40B4-BE49-F238E27FC236}">
                <a16:creationId xmlns:a16="http://schemas.microsoft.com/office/drawing/2014/main" id="{C03AC9B0-AE94-D2D8-82A0-01D2A2636DE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72000" y="906468"/>
            <a:ext cx="2557563" cy="549381"/>
          </a:xfrm>
          <a:prstGeom prst="rect">
            <a:avLst/>
          </a:prstGeom>
        </p:spPr>
        <p:txBody>
          <a:bodyPr>
            <a:spAutoFit/>
          </a:bodyPr>
          <a:lstStyle>
            <a:lvl1pPr marL="0" indent="0">
              <a:buNone/>
              <a:defRPr sz="3300">
                <a:solidFill>
                  <a:schemeClr val="accent1"/>
                </a:solidFill>
              </a:defRPr>
            </a:lvl1pPr>
            <a:lvl2pPr marL="342900" indent="0">
              <a:buNone/>
              <a:defRPr/>
            </a:lvl2pPr>
            <a:lvl3pPr marL="685800" indent="0">
              <a:buNone/>
              <a:defRPr/>
            </a:lvl3pPr>
            <a:lvl4pPr marL="1028700" indent="0">
              <a:buNone/>
              <a:defRPr/>
            </a:lvl4pPr>
            <a:lvl5pPr marL="1371600" indent="0">
              <a:buNone/>
              <a:defRPr/>
            </a:lvl5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IN" dirty="0"/>
              <a:t>Agenda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7E2722-F4D8-EBA7-C014-2BD7CDB871B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572000" y="1626535"/>
            <a:ext cx="3878608" cy="30777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85763" indent="-385763">
              <a:lnSpc>
                <a:spcPct val="100000"/>
              </a:lnSpc>
              <a:spcBef>
                <a:spcPts val="0"/>
              </a:spcBef>
              <a:buClr>
                <a:schemeClr val="accent1"/>
              </a:buClr>
              <a:buFont typeface="+mj-lt"/>
              <a:buAutoNum type="arabicPeriod"/>
              <a:defRPr sz="1400">
                <a:solidFill>
                  <a:schemeClr val="accent2"/>
                </a:solidFill>
              </a:defRPr>
            </a:lvl1pPr>
            <a:lvl2pPr marL="685800" indent="-342900">
              <a:buFont typeface="+mj-lt"/>
              <a:buAutoNum type="arabicPeriod"/>
              <a:defRPr/>
            </a:lvl2pPr>
            <a:lvl3pPr marL="1028700" indent="-342900">
              <a:buFont typeface="+mj-lt"/>
              <a:buAutoNum type="arabicPeriod"/>
              <a:defRPr/>
            </a:lvl3pPr>
            <a:lvl4pPr marL="1285875" indent="-257175">
              <a:buFont typeface="+mj-lt"/>
              <a:buAutoNum type="arabicPeriod"/>
              <a:defRPr/>
            </a:lvl4pPr>
            <a:lvl5pPr marL="1628775" indent="-257175">
              <a:buFont typeface="+mj-lt"/>
              <a:buAutoNum type="arabicPeriod"/>
              <a:defRPr/>
            </a:lvl5pPr>
          </a:lstStyle>
          <a:p>
            <a:pPr lvl="0"/>
            <a:r>
              <a:rPr lang="en-US" dirty="0"/>
              <a:t>Line item 1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603471B1-1E19-03E3-FE10-4DD58104CCDC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802880" y="-2"/>
            <a:ext cx="1341121" cy="1341121"/>
          </a:xfrm>
          <a:prstGeom prst="rect">
            <a:avLst/>
          </a:prstGeom>
        </p:spPr>
      </p:pic>
      <p:sp>
        <p:nvSpPr>
          <p:cNvPr id="2" name="Slide Number Placeholder 6">
            <a:extLst>
              <a:ext uri="{FF2B5EF4-FFF2-40B4-BE49-F238E27FC236}">
                <a16:creationId xmlns:a16="http://schemas.microsoft.com/office/drawing/2014/main" id="{E6BB3D02-BA85-E2D4-3F15-300580F62175}"/>
              </a:ext>
            </a:extLst>
          </p:cNvPr>
          <p:cNvSpPr txBox="1">
            <a:spLocks/>
          </p:cNvSpPr>
          <p:nvPr userDrawn="1"/>
        </p:nvSpPr>
        <p:spPr>
          <a:xfrm>
            <a:off x="58948" y="4831563"/>
            <a:ext cx="360098" cy="273844"/>
          </a:xfrm>
          <a:prstGeom prst="rect">
            <a:avLst/>
          </a:prstGeom>
        </p:spPr>
        <p:txBody>
          <a:bodyPr vert="horz" lIns="68580" tIns="34290" rIns="68580" bIns="34290" rtlCol="0" anchor="ctr"/>
          <a:lstStyle>
            <a:defPPr>
              <a:defRPr lang="en-US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2B60C70C-E473-9E49-863B-88FCC598397C}" type="slidenum">
              <a:rPr lang="en-US" sz="1000" smtClean="0">
                <a:solidFill>
                  <a:srgbClr val="EB262A"/>
                </a:solidFill>
              </a:rPr>
              <a:pPr algn="ctr"/>
              <a:t>‹#›</a:t>
            </a:fld>
            <a:endParaRPr lang="en-US" sz="1000" dirty="0">
              <a:solidFill>
                <a:srgbClr val="EB262A"/>
              </a:solidFill>
            </a:endParaRP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B55EE36F-16A7-E4EC-6A7C-DF65439F4266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38351" y="4865781"/>
            <a:ext cx="797806" cy="216000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3DF97551-3B74-1708-0B91-2586FB54044F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609" r="21970" b="-6351"/>
          <a:stretch/>
        </p:blipFill>
        <p:spPr>
          <a:xfrm>
            <a:off x="490996" y="4869686"/>
            <a:ext cx="7686676" cy="197599"/>
          </a:xfrm>
          <a:prstGeom prst="rect">
            <a:avLst/>
          </a:prstGeom>
        </p:spPr>
      </p:pic>
      <p:sp>
        <p:nvSpPr>
          <p:cNvPr id="8" name="Picture Placeholder 2">
            <a:extLst>
              <a:ext uri="{FF2B5EF4-FFF2-40B4-BE49-F238E27FC236}">
                <a16:creationId xmlns:a16="http://schemas.microsoft.com/office/drawing/2014/main" id="{E088F59A-E9F7-F4CA-DDB7-01D1AF6F998A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4068451" cy="4709160"/>
          </a:xfrm>
          <a:prstGeom prst="rect">
            <a:avLst/>
          </a:prstGeom>
          <a:solidFill>
            <a:schemeClr val="bg2">
              <a:alpha val="37000"/>
            </a:schemeClr>
          </a:solidFill>
        </p:spPr>
        <p:txBody>
          <a:bodyPr tIns="720000" anchor="ctr" anchorCtr="1"/>
          <a:lstStyle>
            <a:lvl1pPr marL="0" indent="0">
              <a:buNone/>
              <a:defRPr sz="1400">
                <a:solidFill>
                  <a:schemeClr val="tx1"/>
                </a:solidFill>
              </a:defRPr>
            </a:lvl1pPr>
          </a:lstStyle>
          <a:p>
            <a:r>
              <a:rPr lang="en-IN" dirty="0"/>
              <a:t>Click icon to insert the image of your choice</a:t>
            </a:r>
          </a:p>
        </p:txBody>
      </p:sp>
    </p:spTree>
    <p:extLst>
      <p:ext uri="{BB962C8B-B14F-4D97-AF65-F5344CB8AC3E}">
        <p14:creationId xmlns:p14="http://schemas.microsoft.com/office/powerpoint/2010/main" val="28148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without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phic 3">
            <a:extLst>
              <a:ext uri="{FF2B5EF4-FFF2-40B4-BE49-F238E27FC236}">
                <a16:creationId xmlns:a16="http://schemas.microsoft.com/office/drawing/2014/main" id="{603471B1-1E19-03E3-FE10-4DD58104CCDC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802880" y="-2"/>
            <a:ext cx="1341121" cy="1341121"/>
          </a:xfrm>
          <a:prstGeom prst="rect">
            <a:avLst/>
          </a:prstGeom>
        </p:spPr>
      </p:pic>
      <p:sp>
        <p:nvSpPr>
          <p:cNvPr id="2" name="Slide Number Placeholder 6">
            <a:extLst>
              <a:ext uri="{FF2B5EF4-FFF2-40B4-BE49-F238E27FC236}">
                <a16:creationId xmlns:a16="http://schemas.microsoft.com/office/drawing/2014/main" id="{E6BB3D02-BA85-E2D4-3F15-300580F62175}"/>
              </a:ext>
            </a:extLst>
          </p:cNvPr>
          <p:cNvSpPr txBox="1">
            <a:spLocks/>
          </p:cNvSpPr>
          <p:nvPr userDrawn="1"/>
        </p:nvSpPr>
        <p:spPr>
          <a:xfrm>
            <a:off x="58948" y="4831563"/>
            <a:ext cx="360098" cy="273844"/>
          </a:xfrm>
          <a:prstGeom prst="rect">
            <a:avLst/>
          </a:prstGeom>
        </p:spPr>
        <p:txBody>
          <a:bodyPr vert="horz" lIns="68580" tIns="34290" rIns="68580" bIns="34290" rtlCol="0" anchor="ctr"/>
          <a:lstStyle>
            <a:defPPr>
              <a:defRPr lang="en-US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2B60C70C-E473-9E49-863B-88FCC598397C}" type="slidenum">
              <a:rPr lang="en-US" sz="1000" smtClean="0">
                <a:solidFill>
                  <a:srgbClr val="EB262A"/>
                </a:solidFill>
              </a:rPr>
              <a:pPr algn="ctr"/>
              <a:t>‹#›</a:t>
            </a:fld>
            <a:endParaRPr lang="en-US" sz="1000" dirty="0">
              <a:solidFill>
                <a:srgbClr val="EB262A"/>
              </a:solidFill>
            </a:endParaRP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B55EE36F-16A7-E4EC-6A7C-DF65439F4266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38351" y="4865781"/>
            <a:ext cx="797806" cy="216000"/>
          </a:xfrm>
          <a:prstGeom prst="rect">
            <a:avLst/>
          </a:prstGeom>
        </p:spPr>
      </p:pic>
      <p:grpSp>
        <p:nvGrpSpPr>
          <p:cNvPr id="337" name="Group 336">
            <a:extLst>
              <a:ext uri="{FF2B5EF4-FFF2-40B4-BE49-F238E27FC236}">
                <a16:creationId xmlns:a16="http://schemas.microsoft.com/office/drawing/2014/main" id="{6FE12478-74EA-7699-C391-23345377C0F0}"/>
              </a:ext>
            </a:extLst>
          </p:cNvPr>
          <p:cNvGrpSpPr/>
          <p:nvPr userDrawn="1"/>
        </p:nvGrpSpPr>
        <p:grpSpPr>
          <a:xfrm>
            <a:off x="15" y="0"/>
            <a:ext cx="4141455" cy="5143501"/>
            <a:chOff x="15" y="0"/>
            <a:chExt cx="4141455" cy="5143501"/>
          </a:xfrm>
        </p:grpSpPr>
        <p:grpSp>
          <p:nvGrpSpPr>
            <p:cNvPr id="295" name="Group 294">
              <a:extLst>
                <a:ext uri="{FF2B5EF4-FFF2-40B4-BE49-F238E27FC236}">
                  <a16:creationId xmlns:a16="http://schemas.microsoft.com/office/drawing/2014/main" id="{07F30A6C-7A7B-463F-F48A-AFF2A76F8F0F}"/>
                </a:ext>
              </a:extLst>
            </p:cNvPr>
            <p:cNvGrpSpPr/>
            <p:nvPr userDrawn="1"/>
          </p:nvGrpSpPr>
          <p:grpSpPr>
            <a:xfrm>
              <a:off x="15" y="0"/>
              <a:ext cx="4141455" cy="5143501"/>
              <a:chOff x="15" y="0"/>
              <a:chExt cx="4141455" cy="5143501"/>
            </a:xfrm>
          </p:grpSpPr>
          <p:grpSp>
            <p:nvGrpSpPr>
              <p:cNvPr id="293" name="Group 292">
                <a:extLst>
                  <a:ext uri="{FF2B5EF4-FFF2-40B4-BE49-F238E27FC236}">
                    <a16:creationId xmlns:a16="http://schemas.microsoft.com/office/drawing/2014/main" id="{AEB3CE44-088D-CE0D-AC12-6D6DBE66C1B0}"/>
                  </a:ext>
                </a:extLst>
              </p:cNvPr>
              <p:cNvGrpSpPr/>
              <p:nvPr userDrawn="1"/>
            </p:nvGrpSpPr>
            <p:grpSpPr>
              <a:xfrm>
                <a:off x="955040" y="1803399"/>
                <a:ext cx="2335964" cy="2240281"/>
                <a:chOff x="955040" y="1803399"/>
                <a:chExt cx="2335964" cy="2240281"/>
              </a:xfrm>
            </p:grpSpPr>
            <p:grpSp>
              <p:nvGrpSpPr>
                <p:cNvPr id="15" name="Group 14">
                  <a:extLst>
                    <a:ext uri="{FF2B5EF4-FFF2-40B4-BE49-F238E27FC236}">
                      <a16:creationId xmlns:a16="http://schemas.microsoft.com/office/drawing/2014/main" id="{A21D2514-2167-D563-3154-6455C3607760}"/>
                    </a:ext>
                  </a:extLst>
                </p:cNvPr>
                <p:cNvGrpSpPr/>
                <p:nvPr userDrawn="1"/>
              </p:nvGrpSpPr>
              <p:grpSpPr>
                <a:xfrm>
                  <a:off x="1009007" y="1991360"/>
                  <a:ext cx="2059272" cy="2052320"/>
                  <a:chOff x="2025007" y="114300"/>
                  <a:chExt cx="2059272" cy="2052320"/>
                </a:xfrm>
              </p:grpSpPr>
              <p:pic>
                <p:nvPicPr>
                  <p:cNvPr id="16" name="Graphic 15">
                    <a:extLst>
                      <a:ext uri="{FF2B5EF4-FFF2-40B4-BE49-F238E27FC236}">
                        <a16:creationId xmlns:a16="http://schemas.microsoft.com/office/drawing/2014/main" id="{6E56460E-D106-597E-C4FD-71CD38A0DA44}"/>
                      </a:ext>
                    </a:extLst>
                  </p:cNvPr>
                  <p:cNvPicPr>
                    <a:picLocks noChangeAspect="1"/>
                  </p:cNvPicPr>
                  <p:nvPr userDrawn="1"/>
                </p:nvPicPr>
                <p:blipFill rotWithShape="1">
                  <a:blip>
                    <a:extLst>
                      <a:ext uri="{96DAC541-7B7A-43D3-8B79-37D633B846F1}">
                        <asvg:svgBlip xmlns:asvg="http://schemas.microsoft.com/office/drawing/2016/SVG/main" r:embed="rId4"/>
                      </a:ext>
                    </a:extLst>
                  </a:blip>
                  <a:srcRect l="49580" t="2197" b="57903"/>
                  <a:stretch/>
                </p:blipFill>
                <p:spPr>
                  <a:xfrm>
                    <a:off x="2025007" y="114300"/>
                    <a:ext cx="2059271" cy="2052320"/>
                  </a:xfrm>
                  <a:prstGeom prst="rect">
                    <a:avLst/>
                  </a:prstGeom>
                </p:spPr>
              </p:pic>
              <p:pic>
                <p:nvPicPr>
                  <p:cNvPr id="17" name="Graphic 16">
                    <a:extLst>
                      <a:ext uri="{FF2B5EF4-FFF2-40B4-BE49-F238E27FC236}">
                        <a16:creationId xmlns:a16="http://schemas.microsoft.com/office/drawing/2014/main" id="{720554BB-3A61-4A8C-D0D5-ACA214FEA3F3}"/>
                      </a:ext>
                    </a:extLst>
                  </p:cNvPr>
                  <p:cNvPicPr>
                    <a:picLocks noChangeAspect="1"/>
                  </p:cNvPicPr>
                  <p:nvPr userDrawn="1"/>
                </p:nvPicPr>
                <p:blipFill rotWithShape="1">
                  <a:blip>
                    <a:extLst>
                      <a:ext uri="{96DAC541-7B7A-43D3-8B79-37D633B846F1}">
                        <asvg:svgBlip xmlns:asvg="http://schemas.microsoft.com/office/drawing/2016/SVG/main" r:embed="rId4"/>
                      </a:ext>
                    </a:extLst>
                  </a:blip>
                  <a:srcRect r="74456" b="98237"/>
                  <a:stretch/>
                </p:blipFill>
                <p:spPr>
                  <a:xfrm>
                    <a:off x="3041008" y="2050680"/>
                    <a:ext cx="1043271" cy="90700"/>
                  </a:xfrm>
                  <a:prstGeom prst="rect">
                    <a:avLst/>
                  </a:prstGeom>
                </p:spPr>
              </p:pic>
            </p:grpSp>
            <p:sp>
              <p:nvSpPr>
                <p:cNvPr id="20" name="Freeform: Shape 19">
                  <a:extLst>
                    <a:ext uri="{FF2B5EF4-FFF2-40B4-BE49-F238E27FC236}">
                      <a16:creationId xmlns:a16="http://schemas.microsoft.com/office/drawing/2014/main" id="{77BA6A6F-42FB-783B-6B4F-4874EFFCEDA2}"/>
                    </a:ext>
                  </a:extLst>
                </p:cNvPr>
                <p:cNvSpPr/>
                <p:nvPr userDrawn="1"/>
              </p:nvSpPr>
              <p:spPr>
                <a:xfrm>
                  <a:off x="955040" y="2113280"/>
                  <a:ext cx="1899920" cy="1889760"/>
                </a:xfrm>
                <a:custGeom>
                  <a:avLst/>
                  <a:gdLst>
                    <a:gd name="connsiteX0" fmla="*/ 15240 w 1899920"/>
                    <a:gd name="connsiteY0" fmla="*/ 0 h 1889760"/>
                    <a:gd name="connsiteX1" fmla="*/ 1899920 w 1899920"/>
                    <a:gd name="connsiteY1" fmla="*/ 1889760 h 1889760"/>
                    <a:gd name="connsiteX2" fmla="*/ 0 w 1899920"/>
                    <a:gd name="connsiteY2" fmla="*/ 1849120 h 1889760"/>
                    <a:gd name="connsiteX3" fmla="*/ 15240 w 1899920"/>
                    <a:gd name="connsiteY3" fmla="*/ 0 h 18897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899920" h="1889760">
                      <a:moveTo>
                        <a:pt x="15240" y="0"/>
                      </a:moveTo>
                      <a:lnTo>
                        <a:pt x="1899920" y="1889760"/>
                      </a:lnTo>
                      <a:lnTo>
                        <a:pt x="0" y="1849120"/>
                      </a:lnTo>
                      <a:lnTo>
                        <a:pt x="15240" y="0"/>
                      </a:lnTo>
                      <a:close/>
                    </a:path>
                  </a:pathLst>
                </a:custGeom>
                <a:solidFill>
                  <a:schemeClr val="bg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IN" dirty="0"/>
                    <a:t>.</a:t>
                  </a:r>
                </a:p>
              </p:txBody>
            </p:sp>
            <p:sp>
              <p:nvSpPr>
                <p:cNvPr id="294" name="Freeform: Shape 293">
                  <a:extLst>
                    <a:ext uri="{FF2B5EF4-FFF2-40B4-BE49-F238E27FC236}">
                      <a16:creationId xmlns:a16="http://schemas.microsoft.com/office/drawing/2014/main" id="{8181AF48-2650-8F88-3376-9795C9C542BD}"/>
                    </a:ext>
                  </a:extLst>
                </p:cNvPr>
                <p:cNvSpPr/>
                <p:nvPr userDrawn="1"/>
              </p:nvSpPr>
              <p:spPr>
                <a:xfrm>
                  <a:off x="2953485" y="1803399"/>
                  <a:ext cx="337519" cy="375921"/>
                </a:xfrm>
                <a:custGeom>
                  <a:avLst/>
                  <a:gdLst>
                    <a:gd name="connsiteX0" fmla="*/ 15240 w 1899920"/>
                    <a:gd name="connsiteY0" fmla="*/ 0 h 1889760"/>
                    <a:gd name="connsiteX1" fmla="*/ 1899920 w 1899920"/>
                    <a:gd name="connsiteY1" fmla="*/ 1889760 h 1889760"/>
                    <a:gd name="connsiteX2" fmla="*/ 0 w 1899920"/>
                    <a:gd name="connsiteY2" fmla="*/ 1849120 h 1889760"/>
                    <a:gd name="connsiteX3" fmla="*/ 15240 w 1899920"/>
                    <a:gd name="connsiteY3" fmla="*/ 0 h 18897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899920" h="1889760">
                      <a:moveTo>
                        <a:pt x="15240" y="0"/>
                      </a:moveTo>
                      <a:lnTo>
                        <a:pt x="1899920" y="1889760"/>
                      </a:lnTo>
                      <a:lnTo>
                        <a:pt x="0" y="1849120"/>
                      </a:lnTo>
                      <a:lnTo>
                        <a:pt x="15240" y="0"/>
                      </a:lnTo>
                      <a:close/>
                    </a:path>
                  </a:pathLst>
                </a:custGeom>
                <a:solidFill>
                  <a:schemeClr val="bg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IN" dirty="0"/>
                    <a:t>.</a:t>
                  </a:r>
                </a:p>
              </p:txBody>
            </p:sp>
          </p:grpSp>
          <p:grpSp>
            <p:nvGrpSpPr>
              <p:cNvPr id="11" name="Group 10">
                <a:extLst>
                  <a:ext uri="{FF2B5EF4-FFF2-40B4-BE49-F238E27FC236}">
                    <a16:creationId xmlns:a16="http://schemas.microsoft.com/office/drawing/2014/main" id="{C4AAAFB5-C445-53AD-219C-130CA4D7B180}"/>
                  </a:ext>
                </a:extLst>
              </p:cNvPr>
              <p:cNvGrpSpPr/>
              <p:nvPr userDrawn="1"/>
            </p:nvGrpSpPr>
            <p:grpSpPr>
              <a:xfrm>
                <a:off x="15" y="0"/>
                <a:ext cx="4141455" cy="5143501"/>
                <a:chOff x="15" y="0"/>
                <a:chExt cx="4141455" cy="5143501"/>
              </a:xfrm>
            </p:grpSpPr>
            <p:pic>
              <p:nvPicPr>
                <p:cNvPr id="5" name="Graphic 4">
                  <a:extLst>
                    <a:ext uri="{FF2B5EF4-FFF2-40B4-BE49-F238E27FC236}">
                      <a16:creationId xmlns:a16="http://schemas.microsoft.com/office/drawing/2014/main" id="{2D19E564-11DA-B925-3EED-4C6BE96C2348}"/>
                    </a:ext>
                  </a:extLst>
                </p:cNvPr>
                <p:cNvPicPr>
                  <a:picLocks noChangeAspect="1"/>
                </p:cNvPicPr>
                <p:nvPr userDrawn="1"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4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5" y="0"/>
                  <a:ext cx="4084264" cy="5143501"/>
                </a:xfrm>
                <a:prstGeom prst="rect">
                  <a:avLst/>
                </a:prstGeom>
              </p:spPr>
            </p:pic>
            <p:pic>
              <p:nvPicPr>
                <p:cNvPr id="7" name="Graphic 6">
                  <a:extLst>
                    <a:ext uri="{FF2B5EF4-FFF2-40B4-BE49-F238E27FC236}">
                      <a16:creationId xmlns:a16="http://schemas.microsoft.com/office/drawing/2014/main" id="{196BAEC1-CFEE-7376-30A3-0A69C4E29DC5}"/>
                    </a:ext>
                  </a:extLst>
                </p:cNvPr>
                <p:cNvPicPr>
                  <a:picLocks noChangeAspect="1"/>
                </p:cNvPicPr>
                <p:nvPr userDrawn="1"/>
              </p:nvPicPr>
              <p:blipFill rotWithShape="1">
                <a:blip>
                  <a:extLst>
                    <a:ext uri="{96DAC541-7B7A-43D3-8B79-37D633B846F1}">
                      <asvg:svgBlip xmlns:asvg="http://schemas.microsoft.com/office/drawing/2016/SVG/main" r:embed="rId4"/>
                    </a:ext>
                  </a:extLst>
                </a:blip>
                <a:srcRect r="74456" b="80018"/>
                <a:stretch/>
              </p:blipFill>
              <p:spPr>
                <a:xfrm>
                  <a:off x="3041008" y="2050679"/>
                  <a:ext cx="1043271" cy="1027801"/>
                </a:xfrm>
                <a:prstGeom prst="rect">
                  <a:avLst/>
                </a:prstGeom>
              </p:spPr>
            </p:pic>
            <p:pic>
              <p:nvPicPr>
                <p:cNvPr id="10" name="Graphic 9">
                  <a:extLst>
                    <a:ext uri="{FF2B5EF4-FFF2-40B4-BE49-F238E27FC236}">
                      <a16:creationId xmlns:a16="http://schemas.microsoft.com/office/drawing/2014/main" id="{CCB3EF00-DE06-AA6B-5A88-2F31195523DE}"/>
                    </a:ext>
                  </a:extLst>
                </p:cNvPr>
                <p:cNvPicPr>
                  <a:picLocks noChangeAspect="1"/>
                </p:cNvPicPr>
                <p:nvPr userDrawn="1"/>
              </p:nvPicPr>
              <p:blipFill rotWithShape="1">
                <a:blip>
                  <a:extLst>
                    <a:ext uri="{96DAC541-7B7A-43D3-8B79-37D633B846F1}">
                      <asvg:svgBlip xmlns:asvg="http://schemas.microsoft.com/office/drawing/2016/SVG/main" r:embed="rId4"/>
                    </a:ext>
                  </a:extLst>
                </a:blip>
                <a:srcRect l="24425" r="73054" b="98980"/>
                <a:stretch/>
              </p:blipFill>
              <p:spPr>
                <a:xfrm>
                  <a:off x="4038560" y="3071759"/>
                  <a:ext cx="102910" cy="52441"/>
                </a:xfrm>
                <a:prstGeom prst="rect">
                  <a:avLst/>
                </a:prstGeom>
              </p:spPr>
            </p:pic>
          </p:grpSp>
        </p:grpSp>
        <p:sp>
          <p:nvSpPr>
            <p:cNvPr id="336" name="Freeform: Shape 335">
              <a:extLst>
                <a:ext uri="{FF2B5EF4-FFF2-40B4-BE49-F238E27FC236}">
                  <a16:creationId xmlns:a16="http://schemas.microsoft.com/office/drawing/2014/main" id="{21B6EDBF-A9CB-5A81-5868-01ECCBC0D456}"/>
                </a:ext>
              </a:extLst>
            </p:cNvPr>
            <p:cNvSpPr/>
            <p:nvPr/>
          </p:nvSpPr>
          <p:spPr>
            <a:xfrm>
              <a:off x="3049555" y="3084195"/>
              <a:ext cx="1022719" cy="1024918"/>
            </a:xfrm>
            <a:custGeom>
              <a:avLst/>
              <a:gdLst>
                <a:gd name="connsiteX0" fmla="*/ 1022624 w 1022719"/>
                <a:gd name="connsiteY0" fmla="*/ 1024919 h 1024918"/>
                <a:gd name="connsiteX1" fmla="*/ 0 w 1022719"/>
                <a:gd name="connsiteY1" fmla="*/ 0 h 1024918"/>
                <a:gd name="connsiteX2" fmla="*/ 1022720 w 1022719"/>
                <a:gd name="connsiteY2" fmla="*/ 0 h 1024918"/>
                <a:gd name="connsiteX3" fmla="*/ 1022720 w 1022719"/>
                <a:gd name="connsiteY3" fmla="*/ 1024919 h 1024918"/>
                <a:gd name="connsiteX4" fmla="*/ 11473 w 1022719"/>
                <a:gd name="connsiteY4" fmla="*/ 4780 h 1024918"/>
                <a:gd name="connsiteX5" fmla="*/ 1017844 w 1022719"/>
                <a:gd name="connsiteY5" fmla="*/ 1013254 h 1024918"/>
                <a:gd name="connsiteX6" fmla="*/ 1017844 w 1022719"/>
                <a:gd name="connsiteY6" fmla="*/ 4780 h 1024918"/>
                <a:gd name="connsiteX7" fmla="*/ 11473 w 1022719"/>
                <a:gd name="connsiteY7" fmla="*/ 4780 h 10249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022719" h="1024918">
                  <a:moveTo>
                    <a:pt x="1022624" y="1024919"/>
                  </a:moveTo>
                  <a:lnTo>
                    <a:pt x="0" y="0"/>
                  </a:lnTo>
                  <a:lnTo>
                    <a:pt x="1022720" y="0"/>
                  </a:lnTo>
                  <a:lnTo>
                    <a:pt x="1022720" y="1024919"/>
                  </a:lnTo>
                  <a:close/>
                  <a:moveTo>
                    <a:pt x="11473" y="4780"/>
                  </a:moveTo>
                  <a:lnTo>
                    <a:pt x="1017844" y="1013254"/>
                  </a:lnTo>
                  <a:lnTo>
                    <a:pt x="1017844" y="4780"/>
                  </a:lnTo>
                  <a:lnTo>
                    <a:pt x="11473" y="4780"/>
                  </a:lnTo>
                  <a:close/>
                </a:path>
              </a:pathLst>
            </a:custGeom>
            <a:solidFill>
              <a:srgbClr val="EB262A"/>
            </a:solidFill>
            <a:ln w="956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</p:grpSp>
      <p:sp>
        <p:nvSpPr>
          <p:cNvPr id="338" name="Text Placeholder 68">
            <a:extLst>
              <a:ext uri="{FF2B5EF4-FFF2-40B4-BE49-F238E27FC236}">
                <a16:creationId xmlns:a16="http://schemas.microsoft.com/office/drawing/2014/main" id="{0489B101-BE67-106F-75EA-98207E66604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72000" y="906468"/>
            <a:ext cx="2557563" cy="549381"/>
          </a:xfrm>
          <a:prstGeom prst="rect">
            <a:avLst/>
          </a:prstGeom>
        </p:spPr>
        <p:txBody>
          <a:bodyPr>
            <a:spAutoFit/>
          </a:bodyPr>
          <a:lstStyle>
            <a:lvl1pPr marL="0" indent="0">
              <a:buNone/>
              <a:defRPr sz="3300">
                <a:solidFill>
                  <a:schemeClr val="accent1"/>
                </a:solidFill>
              </a:defRPr>
            </a:lvl1pPr>
            <a:lvl2pPr marL="342900" indent="0">
              <a:buNone/>
              <a:defRPr/>
            </a:lvl2pPr>
            <a:lvl3pPr marL="685800" indent="0">
              <a:buNone/>
              <a:defRPr/>
            </a:lvl3pPr>
            <a:lvl4pPr marL="1028700" indent="0">
              <a:buNone/>
              <a:defRPr/>
            </a:lvl4pPr>
            <a:lvl5pPr marL="1371600" indent="0">
              <a:buNone/>
              <a:defRPr/>
            </a:lvl5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IN" dirty="0"/>
              <a:t>Agenda</a:t>
            </a:r>
          </a:p>
        </p:txBody>
      </p:sp>
      <p:sp>
        <p:nvSpPr>
          <p:cNvPr id="339" name="Text Placeholder 2">
            <a:extLst>
              <a:ext uri="{FF2B5EF4-FFF2-40B4-BE49-F238E27FC236}">
                <a16:creationId xmlns:a16="http://schemas.microsoft.com/office/drawing/2014/main" id="{CDF99E37-4B93-4164-5E13-A095ED2BBE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572000" y="1626535"/>
            <a:ext cx="3878608" cy="30777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85763" indent="-385763">
              <a:lnSpc>
                <a:spcPct val="100000"/>
              </a:lnSpc>
              <a:spcBef>
                <a:spcPts val="0"/>
              </a:spcBef>
              <a:buClr>
                <a:schemeClr val="accent1"/>
              </a:buClr>
              <a:buFont typeface="+mj-lt"/>
              <a:buAutoNum type="arabicPeriod"/>
              <a:defRPr sz="1400">
                <a:solidFill>
                  <a:schemeClr val="accent2"/>
                </a:solidFill>
              </a:defRPr>
            </a:lvl1pPr>
            <a:lvl2pPr marL="685800" indent="-342900">
              <a:buFont typeface="+mj-lt"/>
              <a:buAutoNum type="arabicPeriod"/>
              <a:defRPr/>
            </a:lvl2pPr>
            <a:lvl3pPr marL="1028700" indent="-342900">
              <a:buFont typeface="+mj-lt"/>
              <a:buAutoNum type="arabicPeriod"/>
              <a:defRPr/>
            </a:lvl3pPr>
            <a:lvl4pPr marL="1285875" indent="-257175">
              <a:buFont typeface="+mj-lt"/>
              <a:buAutoNum type="arabicPeriod"/>
              <a:defRPr/>
            </a:lvl4pPr>
            <a:lvl5pPr marL="1628775" indent="-257175">
              <a:buFont typeface="+mj-lt"/>
              <a:buAutoNum type="arabicPeriod"/>
              <a:defRPr/>
            </a:lvl5pPr>
          </a:lstStyle>
          <a:p>
            <a:pPr lvl="0"/>
            <a:r>
              <a:rPr lang="en-US" dirty="0"/>
              <a:t>Line item 1</a:t>
            </a:r>
          </a:p>
        </p:txBody>
      </p:sp>
    </p:spTree>
    <p:extLst>
      <p:ext uri="{BB962C8B-B14F-4D97-AF65-F5344CB8AC3E}">
        <p14:creationId xmlns:p14="http://schemas.microsoft.com/office/powerpoint/2010/main" val="16984430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separator without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4F902CB6-B844-12AC-3AE2-6E9CE26C6EC5}"/>
              </a:ext>
            </a:extLst>
          </p:cNvPr>
          <p:cNvSpPr/>
          <p:nvPr/>
        </p:nvSpPr>
        <p:spPr>
          <a:xfrm>
            <a:off x="0" y="0"/>
            <a:ext cx="9144000" cy="5143499"/>
          </a:xfrm>
          <a:prstGeom prst="rect">
            <a:avLst/>
          </a:prstGeom>
          <a:solidFill>
            <a:srgbClr val="ABABA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13">
              <a:solidFill>
                <a:srgbClr val="1C1C1C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5D516DD-50EA-E89A-5AFA-4FB5B077978E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3504" y="0"/>
            <a:ext cx="9147504" cy="5143499"/>
          </a:xfrm>
          <a:prstGeom prst="rect">
            <a:avLst/>
          </a:prstGeom>
        </p:spPr>
      </p:pic>
      <p:sp>
        <p:nvSpPr>
          <p:cNvPr id="5" name="Text Placeholder 12">
            <a:extLst>
              <a:ext uri="{FF2B5EF4-FFF2-40B4-BE49-F238E27FC236}">
                <a16:creationId xmlns:a16="http://schemas.microsoft.com/office/drawing/2014/main" id="{665C09CC-F86C-7825-DBC3-9102C19ED6E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133601" y="2425948"/>
            <a:ext cx="4824413" cy="646331"/>
          </a:xfrm>
          <a:prstGeom prst="rect">
            <a:avLst/>
          </a:prstGeom>
        </p:spPr>
        <p:txBody>
          <a:bodyPr lIns="90000" anchor="t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3600" b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defRPr>
            </a:lvl1pPr>
            <a:lvl2pPr marL="342900" indent="0">
              <a:buNone/>
              <a:defRPr sz="60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685800" indent="0">
              <a:buNone/>
              <a:defRPr sz="60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028700" indent="0">
              <a:buNone/>
              <a:defRPr sz="60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1371600" indent="0">
              <a:buNone/>
              <a:defRPr sz="600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Section title</a:t>
            </a:r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D41BCF9B-B7D3-6FB1-3764-094F20AD609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133601" y="2066720"/>
            <a:ext cx="4824413" cy="369332"/>
          </a:xfrm>
          <a:prstGeom prst="rect">
            <a:avLst/>
          </a:prstGeom>
        </p:spPr>
        <p:txBody>
          <a:bodyPr lIns="900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80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defRPr>
            </a:lvl1pPr>
            <a:lvl2pPr marL="342900" indent="0">
              <a:buNone/>
              <a:defRPr sz="60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685800" indent="0">
              <a:buNone/>
              <a:defRPr sz="60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028700" indent="0">
              <a:buNone/>
              <a:defRPr sz="60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1371600" indent="0">
              <a:buNone/>
              <a:defRPr sz="600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Subtitle</a:t>
            </a:r>
          </a:p>
        </p:txBody>
      </p:sp>
    </p:spTree>
    <p:extLst>
      <p:ext uri="{BB962C8B-B14F-4D97-AF65-F5344CB8AC3E}">
        <p14:creationId xmlns:p14="http://schemas.microsoft.com/office/powerpoint/2010/main" val="17932695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separator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5A5D8665-3650-D791-CA46-05534E4B1A15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9144000" cy="4100367"/>
          </a:xfrm>
          <a:prstGeom prst="rect">
            <a:avLst/>
          </a:prstGeom>
          <a:solidFill>
            <a:schemeClr val="bg2">
              <a:alpha val="0"/>
            </a:schemeClr>
          </a:solidFill>
        </p:spPr>
        <p:txBody>
          <a:bodyPr tIns="0" bIns="828000" anchor="ctr" anchorCtr="1"/>
          <a:lstStyle>
            <a:lvl1pPr marL="0" indent="0">
              <a:buNone/>
              <a:defRPr sz="1400">
                <a:solidFill>
                  <a:schemeClr val="tx1"/>
                </a:solidFill>
              </a:defRPr>
            </a:lvl1pPr>
          </a:lstStyle>
          <a:p>
            <a:r>
              <a:rPr lang="en-IN" dirty="0"/>
              <a:t>Click icon to insert the image of your choice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46E581B-B0D7-9F85-DA19-9E9BFCE35ADB}"/>
              </a:ext>
            </a:extLst>
          </p:cNvPr>
          <p:cNvGrpSpPr/>
          <p:nvPr userDrawn="1"/>
        </p:nvGrpSpPr>
        <p:grpSpPr>
          <a:xfrm>
            <a:off x="-6100" y="4099359"/>
            <a:ext cx="9150100" cy="1044142"/>
            <a:chOff x="-6100" y="4099359"/>
            <a:chExt cx="9150100" cy="1044142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EDAEB31A-067A-46B5-90CD-C10FD2A1D330}"/>
                </a:ext>
              </a:extLst>
            </p:cNvPr>
            <p:cNvSpPr/>
            <p:nvPr userDrawn="1"/>
          </p:nvSpPr>
          <p:spPr>
            <a:xfrm>
              <a:off x="-6100" y="4099359"/>
              <a:ext cx="9150099" cy="1043135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pic>
          <p:nvPicPr>
            <p:cNvPr id="16" name="Graphic 15">
              <a:extLst>
                <a:ext uri="{FF2B5EF4-FFF2-40B4-BE49-F238E27FC236}">
                  <a16:creationId xmlns:a16="http://schemas.microsoft.com/office/drawing/2014/main" id="{46ACED49-B802-F899-7A9C-6C0984D61F52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 t="79719"/>
            <a:stretch/>
          </p:blipFill>
          <p:spPr>
            <a:xfrm>
              <a:off x="15" y="4100367"/>
              <a:ext cx="4084264" cy="1043134"/>
            </a:xfrm>
            <a:prstGeom prst="rect">
              <a:avLst/>
            </a:prstGeom>
          </p:spPr>
        </p:pic>
        <p:pic>
          <p:nvPicPr>
            <p:cNvPr id="17" name="Graphic 16">
              <a:extLst>
                <a:ext uri="{FF2B5EF4-FFF2-40B4-BE49-F238E27FC236}">
                  <a16:creationId xmlns:a16="http://schemas.microsoft.com/office/drawing/2014/main" id="{3378A474-0D1C-2782-0E37-4FA55CF98A80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057650" y="4101373"/>
              <a:ext cx="5086350" cy="1042128"/>
            </a:xfrm>
            <a:prstGeom prst="rect">
              <a:avLst/>
            </a:prstGeom>
          </p:spPr>
        </p:pic>
      </p:grpSp>
      <p:sp>
        <p:nvSpPr>
          <p:cNvPr id="8" name="Text Placeholder 12">
            <a:extLst>
              <a:ext uri="{FF2B5EF4-FFF2-40B4-BE49-F238E27FC236}">
                <a16:creationId xmlns:a16="http://schemas.microsoft.com/office/drawing/2014/main" id="{8BA1C476-A633-62A7-BF70-0545ABFB760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2887980"/>
            <a:ext cx="9143999" cy="1213370"/>
          </a:xfrm>
          <a:prstGeom prst="rect">
            <a:avLst/>
          </a:prstGeom>
          <a:solidFill>
            <a:schemeClr val="accent2">
              <a:alpha val="60000"/>
            </a:schemeClr>
          </a:solidFill>
        </p:spPr>
        <p:txBody>
          <a:bodyPr wrap="square" lIns="2214000" tIns="216000" rIns="108000" anchor="t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3600" b="0">
                <a:solidFill>
                  <a:schemeClr val="accent6"/>
                </a:solidFill>
                <a:latin typeface="+mj-lt"/>
                <a:cs typeface="Arial" panose="020B0604020202020204" pitchFamily="34" charset="0"/>
              </a:defRPr>
            </a:lvl1pPr>
            <a:lvl2pPr marL="342900" indent="0">
              <a:buNone/>
              <a:defRPr sz="60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685800" indent="0">
              <a:buNone/>
              <a:defRPr sz="60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028700" indent="0">
              <a:buNone/>
              <a:defRPr sz="60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1371600" indent="0">
              <a:buNone/>
              <a:defRPr sz="600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Section title</a:t>
            </a:r>
          </a:p>
        </p:txBody>
      </p:sp>
      <p:sp>
        <p:nvSpPr>
          <p:cNvPr id="9" name="Text Placeholder 12">
            <a:extLst>
              <a:ext uri="{FF2B5EF4-FFF2-40B4-BE49-F238E27FC236}">
                <a16:creationId xmlns:a16="http://schemas.microsoft.com/office/drawing/2014/main" id="{EFD2659E-CA4C-A606-E5E5-5FB9B759E64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0" y="2430780"/>
            <a:ext cx="9143999" cy="457198"/>
          </a:xfrm>
          <a:prstGeom prst="rect">
            <a:avLst/>
          </a:prstGeom>
          <a:solidFill>
            <a:schemeClr val="accent2">
              <a:alpha val="60000"/>
            </a:schemeClr>
          </a:solidFill>
        </p:spPr>
        <p:txBody>
          <a:bodyPr wrap="square" lIns="2214000" anchor="b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800">
                <a:solidFill>
                  <a:schemeClr val="accent6"/>
                </a:solidFill>
                <a:latin typeface="+mj-lt"/>
                <a:cs typeface="Arial" panose="020B0604020202020204" pitchFamily="34" charset="0"/>
              </a:defRPr>
            </a:lvl1pPr>
            <a:lvl2pPr marL="342900" indent="0">
              <a:buNone/>
              <a:defRPr sz="60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685800" indent="0">
              <a:buNone/>
              <a:defRPr sz="60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028700" indent="0">
              <a:buNone/>
              <a:defRPr sz="60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1371600" indent="0">
              <a:buNone/>
              <a:defRPr sz="600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Subtitle</a:t>
            </a:r>
          </a:p>
        </p:txBody>
      </p:sp>
    </p:spTree>
    <p:extLst>
      <p:ext uri="{BB962C8B-B14F-4D97-AF65-F5344CB8AC3E}">
        <p14:creationId xmlns:p14="http://schemas.microsoft.com/office/powerpoint/2010/main" val="25071166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dapt specific separato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5FCA058-5723-B805-566A-09BE09555A43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7250" t="427" r="15144" b="34419"/>
          <a:stretch/>
        </p:blipFill>
        <p:spPr>
          <a:xfrm>
            <a:off x="-1" y="0"/>
            <a:ext cx="9188571" cy="51435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BFE47E97-3C97-168F-5B57-14A9E1F4C004}"/>
              </a:ext>
            </a:extLst>
          </p:cNvPr>
          <p:cNvSpPr/>
          <p:nvPr/>
        </p:nvSpPr>
        <p:spPr>
          <a:xfrm>
            <a:off x="-1" y="0"/>
            <a:ext cx="9188571" cy="5143500"/>
          </a:xfrm>
          <a:prstGeom prst="rect">
            <a:avLst/>
          </a:prstGeom>
          <a:solidFill>
            <a:schemeClr val="accent2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13" dirty="0">
              <a:solidFill>
                <a:schemeClr val="tx2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6FD3B82-A666-CD0D-85C6-05B337CC6C4A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10041"/>
          <a:stretch/>
        </p:blipFill>
        <p:spPr>
          <a:xfrm>
            <a:off x="0" y="0"/>
            <a:ext cx="9188570" cy="5143500"/>
          </a:xfrm>
          <a:prstGeom prst="rect">
            <a:avLst/>
          </a:prstGeom>
        </p:spPr>
      </p:pic>
      <p:sp>
        <p:nvSpPr>
          <p:cNvPr id="8" name="Right Triangle 7">
            <a:extLst>
              <a:ext uri="{FF2B5EF4-FFF2-40B4-BE49-F238E27FC236}">
                <a16:creationId xmlns:a16="http://schemas.microsoft.com/office/drawing/2014/main" id="{9A84EAA5-11CD-9BA2-4CBE-21EC781732D1}"/>
              </a:ext>
            </a:extLst>
          </p:cNvPr>
          <p:cNvSpPr/>
          <p:nvPr/>
        </p:nvSpPr>
        <p:spPr>
          <a:xfrm rot="10800000">
            <a:off x="1229366" y="1201435"/>
            <a:ext cx="1370315" cy="1370315"/>
          </a:xfrm>
          <a:prstGeom prst="rtTriangle">
            <a:avLst/>
          </a:prstGeom>
          <a:solidFill>
            <a:srgbClr val="EB26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13" dirty="0">
              <a:solidFill>
                <a:srgbClr val="EB262A"/>
              </a:solidFill>
            </a:endParaRPr>
          </a:p>
        </p:txBody>
      </p:sp>
      <p:sp>
        <p:nvSpPr>
          <p:cNvPr id="11" name="Text Placeholder 68">
            <a:extLst>
              <a:ext uri="{FF2B5EF4-FFF2-40B4-BE49-F238E27FC236}">
                <a16:creationId xmlns:a16="http://schemas.microsoft.com/office/drawing/2014/main" id="{A8EE2B0E-174A-0056-F6ED-3670E7F798C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753272" y="1729738"/>
            <a:ext cx="5251500" cy="842012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600">
                <a:solidFill>
                  <a:schemeClr val="bg1"/>
                </a:solidFill>
              </a:defRPr>
            </a:lvl1pPr>
            <a:lvl2pPr marL="342900" indent="0">
              <a:buNone/>
              <a:defRPr/>
            </a:lvl2pPr>
            <a:lvl3pPr marL="685800" indent="0">
              <a:buNone/>
              <a:defRPr/>
            </a:lvl3pPr>
            <a:lvl4pPr marL="1028700" indent="0">
              <a:buNone/>
              <a:defRPr/>
            </a:lvl4pPr>
            <a:lvl5pPr marL="1371600" indent="0">
              <a:buNone/>
              <a:defRPr/>
            </a:lvl5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IN" dirty="0"/>
              <a:t>Section title</a:t>
            </a:r>
          </a:p>
        </p:txBody>
      </p:sp>
      <p:sp>
        <p:nvSpPr>
          <p:cNvPr id="2" name="Text Placeholder 12">
            <a:extLst>
              <a:ext uri="{FF2B5EF4-FFF2-40B4-BE49-F238E27FC236}">
                <a16:creationId xmlns:a16="http://schemas.microsoft.com/office/drawing/2014/main" id="{712C1F5E-B003-0658-1B08-14B3A09FD86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753273" y="1272540"/>
            <a:ext cx="5251500" cy="457198"/>
          </a:xfrm>
          <a:prstGeom prst="rect">
            <a:avLst/>
          </a:prstGeom>
          <a:solidFill>
            <a:schemeClr val="accent2">
              <a:alpha val="0"/>
            </a:schemeClr>
          </a:solidFill>
        </p:spPr>
        <p:txBody>
          <a:bodyPr wrap="square" lIns="90000" anchor="b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800">
                <a:solidFill>
                  <a:schemeClr val="accent6"/>
                </a:solidFill>
                <a:latin typeface="+mj-lt"/>
                <a:cs typeface="Arial" panose="020B0604020202020204" pitchFamily="34" charset="0"/>
              </a:defRPr>
            </a:lvl1pPr>
            <a:lvl2pPr marL="342900" indent="0">
              <a:buNone/>
              <a:defRPr sz="60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685800" indent="0">
              <a:buNone/>
              <a:defRPr sz="60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028700" indent="0">
              <a:buNone/>
              <a:defRPr sz="60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1371600" indent="0">
              <a:buNone/>
              <a:defRPr sz="600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Subtitle</a:t>
            </a:r>
          </a:p>
        </p:txBody>
      </p:sp>
    </p:spTree>
    <p:extLst>
      <p:ext uri="{BB962C8B-B14F-4D97-AF65-F5344CB8AC3E}">
        <p14:creationId xmlns:p14="http://schemas.microsoft.com/office/powerpoint/2010/main" val="2454910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-section separato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1F75ED6B-69EE-FBA9-46D5-DC83FDB21AD3}"/>
              </a:ext>
            </a:extLst>
          </p:cNvPr>
          <p:cNvGrpSpPr/>
          <p:nvPr userDrawn="1"/>
        </p:nvGrpSpPr>
        <p:grpSpPr>
          <a:xfrm>
            <a:off x="-6100" y="-1005"/>
            <a:ext cx="9156214" cy="5144506"/>
            <a:chOff x="-6100" y="-1005"/>
            <a:chExt cx="9156214" cy="5144506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BD6A5AD8-AA84-A538-A886-CC65B3EFAF8D}"/>
                </a:ext>
              </a:extLst>
            </p:cNvPr>
            <p:cNvSpPr/>
            <p:nvPr userDrawn="1"/>
          </p:nvSpPr>
          <p:spPr>
            <a:xfrm>
              <a:off x="-6100" y="-1005"/>
              <a:ext cx="9150099" cy="5143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dirty="0"/>
            </a:p>
          </p:txBody>
        </p:sp>
        <p:pic>
          <p:nvPicPr>
            <p:cNvPr id="3" name="Graphic 2">
              <a:extLst>
                <a:ext uri="{FF2B5EF4-FFF2-40B4-BE49-F238E27FC236}">
                  <a16:creationId xmlns:a16="http://schemas.microsoft.com/office/drawing/2014/main" id="{8B925CC6-1DBC-D673-8B5D-26A1AEBBF775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5" y="0"/>
              <a:ext cx="4084264" cy="5143501"/>
            </a:xfrm>
            <a:prstGeom prst="rect">
              <a:avLst/>
            </a:prstGeom>
          </p:spPr>
        </p:pic>
        <p:pic>
          <p:nvPicPr>
            <p:cNvPr id="4" name="Graphic 3">
              <a:extLst>
                <a:ext uri="{FF2B5EF4-FFF2-40B4-BE49-F238E27FC236}">
                  <a16:creationId xmlns:a16="http://schemas.microsoft.com/office/drawing/2014/main" id="{D980FB2B-57F3-C041-A2C7-192803401877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057650" y="4101373"/>
              <a:ext cx="5086350" cy="1042128"/>
            </a:xfrm>
            <a:prstGeom prst="rect">
              <a:avLst/>
            </a:prstGeom>
          </p:spPr>
        </p:pic>
        <p:pic>
          <p:nvPicPr>
            <p:cNvPr id="5" name="Graphic 4">
              <a:extLst>
                <a:ext uri="{FF2B5EF4-FFF2-40B4-BE49-F238E27FC236}">
                  <a16:creationId xmlns:a16="http://schemas.microsoft.com/office/drawing/2014/main" id="{CA07C3D6-A9E8-C730-6604-B3F76C71397F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4063764" y="0"/>
              <a:ext cx="5086350" cy="2057400"/>
            </a:xfrm>
            <a:prstGeom prst="rect">
              <a:avLst/>
            </a:prstGeom>
          </p:spPr>
        </p:pic>
      </p:grpSp>
      <p:sp>
        <p:nvSpPr>
          <p:cNvPr id="6" name="Rectangle 5">
            <a:extLst>
              <a:ext uri="{FF2B5EF4-FFF2-40B4-BE49-F238E27FC236}">
                <a16:creationId xmlns:a16="http://schemas.microsoft.com/office/drawing/2014/main" id="{02E64223-CA20-73EB-81CB-EF7258B19D64}"/>
              </a:ext>
            </a:extLst>
          </p:cNvPr>
          <p:cNvSpPr/>
          <p:nvPr userDrawn="1"/>
        </p:nvSpPr>
        <p:spPr>
          <a:xfrm>
            <a:off x="512063" y="527824"/>
            <a:ext cx="8113775" cy="4086848"/>
          </a:xfrm>
          <a:prstGeom prst="rect">
            <a:avLst/>
          </a:prstGeom>
          <a:solidFill>
            <a:srgbClr val="FFFFFF"/>
          </a:solidFill>
          <a:ln w="3175">
            <a:solidFill>
              <a:schemeClr val="accent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1D876D6B-7FB6-14BD-6186-5496986364D0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12064" y="526818"/>
            <a:ext cx="8107678" cy="4086848"/>
          </a:xfrm>
          <a:prstGeom prst="rect">
            <a:avLst/>
          </a:prstGeom>
          <a:solidFill>
            <a:schemeClr val="bg2">
              <a:alpha val="0"/>
            </a:schemeClr>
          </a:solidFill>
        </p:spPr>
        <p:txBody>
          <a:bodyPr tIns="0" bIns="828000" anchor="ctr" anchorCtr="1"/>
          <a:lstStyle>
            <a:lvl1pPr marL="0" indent="0">
              <a:buNone/>
              <a:defRPr sz="1400">
                <a:solidFill>
                  <a:schemeClr val="tx1"/>
                </a:solidFill>
              </a:defRPr>
            </a:lvl1pPr>
          </a:lstStyle>
          <a:p>
            <a:r>
              <a:rPr lang="en-IN" dirty="0"/>
              <a:t>Click icon to insert the image of your choice</a:t>
            </a:r>
          </a:p>
        </p:txBody>
      </p:sp>
      <p:sp>
        <p:nvSpPr>
          <p:cNvPr id="2" name="Text Placeholder 12">
            <a:extLst>
              <a:ext uri="{FF2B5EF4-FFF2-40B4-BE49-F238E27FC236}">
                <a16:creationId xmlns:a16="http://schemas.microsoft.com/office/drawing/2014/main" id="{EC9EE699-151E-7DA1-425F-9351C1DFAE0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18161" y="3383281"/>
            <a:ext cx="8107677" cy="1231390"/>
          </a:xfrm>
          <a:prstGeom prst="rect">
            <a:avLst/>
          </a:prstGeom>
          <a:solidFill>
            <a:schemeClr val="accent2">
              <a:alpha val="60000"/>
            </a:schemeClr>
          </a:solidFill>
        </p:spPr>
        <p:txBody>
          <a:bodyPr wrap="square" lIns="288000" tIns="72000" rIns="288000" bIns="7200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accent6"/>
                </a:solidFill>
                <a:latin typeface="+mj-lt"/>
                <a:cs typeface="Arial" panose="020B0604020202020204" pitchFamily="34" charset="0"/>
              </a:defRPr>
            </a:lvl1pPr>
            <a:lvl2pPr marL="342900" indent="0">
              <a:buNone/>
              <a:defRPr sz="60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685800" indent="0">
              <a:buNone/>
              <a:defRPr sz="60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028700" indent="0">
              <a:buNone/>
              <a:defRPr sz="60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1371600" indent="0">
              <a:buNone/>
              <a:defRPr sz="600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r>
              <a:rPr lang="en-IN" dirty="0"/>
              <a:t>Sub-section slide with image</a:t>
            </a:r>
          </a:p>
        </p:txBody>
      </p:sp>
    </p:spTree>
    <p:extLst>
      <p:ext uri="{BB962C8B-B14F-4D97-AF65-F5344CB8AC3E}">
        <p14:creationId xmlns:p14="http://schemas.microsoft.com/office/powerpoint/2010/main" val="39353855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18A0014F-FC56-475A-BE5A-59E2D9A316A9}"/>
              </a:ext>
            </a:extLst>
          </p:cNvPr>
          <p:cNvSpPr/>
          <p:nvPr userDrawn="1"/>
        </p:nvSpPr>
        <p:spPr>
          <a:xfrm>
            <a:off x="-6100" y="-1005"/>
            <a:ext cx="9150099" cy="5143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8B925CC6-1DBC-D673-8B5D-26A1AEBBF77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5" y="0"/>
            <a:ext cx="4084264" cy="5143501"/>
          </a:xfrm>
          <a:prstGeom prst="rect">
            <a:avLst/>
          </a:prstGeom>
        </p:spPr>
      </p:pic>
      <p:pic>
        <p:nvPicPr>
          <p:cNvPr id="4" name="Graphic 3">
            <a:extLst>
              <a:ext uri="{FF2B5EF4-FFF2-40B4-BE49-F238E27FC236}">
                <a16:creationId xmlns:a16="http://schemas.microsoft.com/office/drawing/2014/main" id="{D980FB2B-57F3-C041-A2C7-19280340187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57650" y="4101373"/>
            <a:ext cx="5086350" cy="1042128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CA07C3D6-A9E8-C730-6604-B3F76C71397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057650" y="0"/>
            <a:ext cx="5086350" cy="20574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02E64223-CA20-73EB-81CB-EF7258B19D64}"/>
              </a:ext>
            </a:extLst>
          </p:cNvPr>
          <p:cNvSpPr/>
          <p:nvPr userDrawn="1"/>
        </p:nvSpPr>
        <p:spPr>
          <a:xfrm>
            <a:off x="512063" y="527824"/>
            <a:ext cx="8113775" cy="4086848"/>
          </a:xfrm>
          <a:prstGeom prst="rect">
            <a:avLst/>
          </a:prstGeom>
          <a:solidFill>
            <a:srgbClr val="FFFFFF"/>
          </a:solidFill>
          <a:ln w="3175">
            <a:solidFill>
              <a:schemeClr val="accent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ext Placeholder 12">
            <a:extLst>
              <a:ext uri="{FF2B5EF4-FFF2-40B4-BE49-F238E27FC236}">
                <a16:creationId xmlns:a16="http://schemas.microsoft.com/office/drawing/2014/main" id="{EC9EE699-151E-7DA1-425F-9351C1DFAE0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981602" y="662937"/>
            <a:ext cx="3234634" cy="1895338"/>
          </a:xfrm>
          <a:prstGeom prst="rect">
            <a:avLst/>
          </a:prstGeom>
          <a:noFill/>
        </p:spPr>
        <p:txBody>
          <a:bodyPr wrap="square" lIns="90000" tIns="46800" rIns="90000" bIns="46800" anchor="b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accent2"/>
                </a:solidFill>
                <a:latin typeface="+mj-lt"/>
                <a:cs typeface="Arial" panose="020B0604020202020204" pitchFamily="34" charset="0"/>
              </a:defRPr>
            </a:lvl1pPr>
            <a:lvl2pPr marL="342900" indent="0">
              <a:buNone/>
              <a:defRPr sz="60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685800" indent="0">
              <a:buNone/>
              <a:defRPr sz="60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028700" indent="0">
              <a:buNone/>
              <a:defRPr sz="60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1371600" indent="0">
              <a:buNone/>
              <a:defRPr sz="600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Subsection Title with image </a:t>
            </a:r>
          </a:p>
        </p:txBody>
      </p:sp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7CA70E0D-0115-B7DE-1AE1-92D9EAEA5565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12064" y="526818"/>
            <a:ext cx="4059936" cy="4086848"/>
          </a:xfrm>
          <a:prstGeom prst="rect">
            <a:avLst/>
          </a:prstGeom>
          <a:solidFill>
            <a:schemeClr val="bg2">
              <a:alpha val="0"/>
            </a:schemeClr>
          </a:solidFill>
        </p:spPr>
        <p:txBody>
          <a:bodyPr tIns="0" bIns="828000" anchor="ctr" anchorCtr="1"/>
          <a:lstStyle>
            <a:lvl1pPr marL="0" indent="0">
              <a:buNone/>
              <a:defRPr sz="1400">
                <a:solidFill>
                  <a:schemeClr val="tx1"/>
                </a:solidFill>
              </a:defRPr>
            </a:lvl1pPr>
          </a:lstStyle>
          <a:p>
            <a:r>
              <a:rPr lang="en-IN" dirty="0"/>
              <a:t>Click icon to insert the image of your choice</a:t>
            </a:r>
          </a:p>
        </p:txBody>
      </p:sp>
      <p:sp>
        <p:nvSpPr>
          <p:cNvPr id="11" name="Text Placeholder 17">
            <a:extLst>
              <a:ext uri="{FF2B5EF4-FFF2-40B4-BE49-F238E27FC236}">
                <a16:creationId xmlns:a16="http://schemas.microsoft.com/office/drawing/2014/main" id="{067C1769-EAAE-14D6-2A66-CB8B4FE2620B}"/>
              </a:ext>
            </a:extLst>
          </p:cNvPr>
          <p:cNvSpPr>
            <a:spLocks noGrp="1"/>
          </p:cNvSpPr>
          <p:nvPr>
            <p:ph type="body" sz="quarter" idx="98" hasCustomPrompt="1"/>
          </p:nvPr>
        </p:nvSpPr>
        <p:spPr>
          <a:xfrm>
            <a:off x="4981601" y="2625435"/>
            <a:ext cx="3234634" cy="1855127"/>
          </a:xfrm>
          <a:prstGeom prst="rect">
            <a:avLst/>
          </a:prstGeom>
          <a:noFill/>
          <a:ln>
            <a:noFill/>
          </a:ln>
        </p:spPr>
        <p:txBody>
          <a:bodyPr tIns="90000"/>
          <a:lstStyle>
            <a:lvl1pPr>
              <a:buClr>
                <a:schemeClr val="accent1"/>
              </a:buClr>
              <a:defRPr sz="1050"/>
            </a:lvl1pPr>
            <a:lvl2pPr marL="514350" indent="-171450">
              <a:buClr>
                <a:schemeClr val="accent2"/>
              </a:buClr>
              <a:buFont typeface="Courier New" panose="02070309020205020404" pitchFamily="49" charset="0"/>
              <a:buChar char="o"/>
              <a:defRPr sz="1050"/>
            </a:lvl2pPr>
            <a:lvl3pPr marL="857250" indent="-171450">
              <a:buClr>
                <a:schemeClr val="accent1"/>
              </a:buClr>
              <a:buFont typeface="Wingdings" panose="05000000000000000000" pitchFamily="2" charset="2"/>
              <a:buChar char="§"/>
              <a:defRPr sz="1000"/>
            </a:lvl3pPr>
            <a:lvl4pPr>
              <a:buClr>
                <a:schemeClr val="accent1"/>
              </a:buClr>
              <a:defRPr sz="1000"/>
            </a:lvl4pPr>
            <a:lvl5pPr>
              <a:buClr>
                <a:schemeClr val="accent1"/>
              </a:buClr>
              <a:defRPr sz="1000"/>
            </a:lvl5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IN" dirty="0"/>
              <a:t>This can be used as either bullets/ paragraph</a:t>
            </a:r>
          </a:p>
          <a:p>
            <a:pPr lvl="0"/>
            <a:r>
              <a:rPr lang="en-US" dirty="0"/>
              <a:t>Level 1</a:t>
            </a:r>
          </a:p>
          <a:p>
            <a:pPr lvl="1"/>
            <a:r>
              <a:rPr lang="en-US" dirty="0"/>
              <a:t>Level 2</a:t>
            </a:r>
          </a:p>
          <a:p>
            <a:pPr lvl="2"/>
            <a:r>
              <a:rPr lang="en-US" dirty="0"/>
              <a:t>Level 3</a:t>
            </a:r>
          </a:p>
        </p:txBody>
      </p:sp>
    </p:spTree>
    <p:extLst>
      <p:ext uri="{BB962C8B-B14F-4D97-AF65-F5344CB8AC3E}">
        <p14:creationId xmlns:p14="http://schemas.microsoft.com/office/powerpoint/2010/main" val="387807745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-section separato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8B925CC6-1DBC-D673-8B5D-26A1AEBBF77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5" y="0"/>
            <a:ext cx="4084264" cy="5143501"/>
          </a:xfrm>
          <a:prstGeom prst="rect">
            <a:avLst/>
          </a:prstGeom>
        </p:spPr>
      </p:pic>
      <p:pic>
        <p:nvPicPr>
          <p:cNvPr id="4" name="Graphic 3">
            <a:extLst>
              <a:ext uri="{FF2B5EF4-FFF2-40B4-BE49-F238E27FC236}">
                <a16:creationId xmlns:a16="http://schemas.microsoft.com/office/drawing/2014/main" id="{D980FB2B-57F3-C041-A2C7-19280340187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57650" y="4101373"/>
            <a:ext cx="5086350" cy="1042128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CA07C3D6-A9E8-C730-6604-B3F76C71397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057650" y="0"/>
            <a:ext cx="5086350" cy="20574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02E64223-CA20-73EB-81CB-EF7258B19D64}"/>
              </a:ext>
            </a:extLst>
          </p:cNvPr>
          <p:cNvSpPr/>
          <p:nvPr userDrawn="1"/>
        </p:nvSpPr>
        <p:spPr>
          <a:xfrm>
            <a:off x="512063" y="527824"/>
            <a:ext cx="8113775" cy="4086848"/>
          </a:xfrm>
          <a:prstGeom prst="rect">
            <a:avLst/>
          </a:prstGeom>
          <a:solidFill>
            <a:srgbClr val="FFFFFF"/>
          </a:solidFill>
          <a:ln w="3175">
            <a:solidFill>
              <a:schemeClr val="accent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27F2AD8-FD00-F1D7-24FC-F1A667B65FE2}"/>
              </a:ext>
            </a:extLst>
          </p:cNvPr>
          <p:cNvSpPr/>
          <p:nvPr userDrawn="1"/>
        </p:nvSpPr>
        <p:spPr>
          <a:xfrm>
            <a:off x="512064" y="3901872"/>
            <a:ext cx="8113774" cy="712800"/>
          </a:xfrm>
          <a:prstGeom prst="rect">
            <a:avLst/>
          </a:prstGeom>
          <a:solidFill>
            <a:srgbClr val="EB26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13" dirty="0">
              <a:solidFill>
                <a:srgbClr val="EB262A"/>
              </a:solidFill>
            </a:endParaRP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F59BC0BA-28F0-F8D1-A0A2-F7C2354B9F5A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558286" y="3901872"/>
            <a:ext cx="1067552" cy="712800"/>
          </a:xfrm>
          <a:prstGeom prst="rect">
            <a:avLst/>
          </a:prstGeom>
        </p:spPr>
      </p:pic>
      <p:sp>
        <p:nvSpPr>
          <p:cNvPr id="10" name="Title 1">
            <a:extLst>
              <a:ext uri="{FF2B5EF4-FFF2-40B4-BE49-F238E27FC236}">
                <a16:creationId xmlns:a16="http://schemas.microsoft.com/office/drawing/2014/main" id="{8BFDE712-EF82-161D-B78A-384F69EC560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17034" y="4027440"/>
            <a:ext cx="6940615" cy="461665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400" b="0" i="0">
                <a:solidFill>
                  <a:schemeClr val="accent6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en-IN" dirty="0"/>
              <a:t>Sub-section slide with image</a:t>
            </a:r>
            <a:endParaRPr lang="en-US" dirty="0"/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EC67D733-E485-7316-2A94-8E7E8E3CD401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512763" y="527050"/>
            <a:ext cx="8113712" cy="3375025"/>
          </a:xfrm>
          <a:prstGeom prst="rect">
            <a:avLst/>
          </a:prstGeom>
        </p:spPr>
        <p:txBody>
          <a:bodyPr tIns="1368000" anchor="ctr" anchorCtr="1"/>
          <a:lstStyle>
            <a:lvl1pPr marL="0" indent="0" algn="ctr">
              <a:buNone/>
              <a:defRPr lang="en-US" sz="1400" dirty="0" smtClean="0"/>
            </a:lvl1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IN" dirty="0"/>
              <a:t>Click icon to insert the image/smart art/table/video of your choice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034830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 banded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26BF8A8A-A07B-D51F-A86D-FB31018090B5}"/>
              </a:ext>
            </a:extLst>
          </p:cNvPr>
          <p:cNvSpPr/>
          <p:nvPr/>
        </p:nvSpPr>
        <p:spPr>
          <a:xfrm>
            <a:off x="7755627" y="4802131"/>
            <a:ext cx="1120543" cy="2704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13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832DF11-004B-9F0F-C5AE-E4B84896EA60}"/>
              </a:ext>
            </a:extLst>
          </p:cNvPr>
          <p:cNvSpPr/>
          <p:nvPr userDrawn="1"/>
        </p:nvSpPr>
        <p:spPr>
          <a:xfrm>
            <a:off x="0" y="0"/>
            <a:ext cx="9144000" cy="824489"/>
          </a:xfrm>
          <a:prstGeom prst="rect">
            <a:avLst/>
          </a:prstGeom>
          <a:solidFill>
            <a:srgbClr val="EB26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13" dirty="0">
              <a:solidFill>
                <a:srgbClr val="EB262A"/>
              </a:solidFill>
            </a:endParaRP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0D96BEE3-8B68-A350-4A0B-E3E95E9EE563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909174" y="-1"/>
            <a:ext cx="1234826" cy="824489"/>
          </a:xfrm>
          <a:prstGeom prst="rect">
            <a:avLst/>
          </a:prstGeom>
        </p:spPr>
      </p:pic>
      <p:sp>
        <p:nvSpPr>
          <p:cNvPr id="13" name="Title 1">
            <a:extLst>
              <a:ext uri="{FF2B5EF4-FFF2-40B4-BE49-F238E27FC236}">
                <a16:creationId xmlns:a16="http://schemas.microsoft.com/office/drawing/2014/main" id="{C1E100CC-AE3A-F5B1-0843-9F778706E2F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4247" y="188464"/>
            <a:ext cx="7684928" cy="461665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400" b="0" i="0">
                <a:solidFill>
                  <a:schemeClr val="accent6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en-IN" dirty="0"/>
              <a:t>Executive summary slide</a:t>
            </a:r>
            <a:endParaRPr lang="en-US" dirty="0"/>
          </a:p>
        </p:txBody>
      </p:sp>
      <p:pic>
        <p:nvPicPr>
          <p:cNvPr id="26" name="Graphic 25">
            <a:extLst>
              <a:ext uri="{FF2B5EF4-FFF2-40B4-BE49-F238E27FC236}">
                <a16:creationId xmlns:a16="http://schemas.microsoft.com/office/drawing/2014/main" id="{8BECF289-346D-A31A-CC30-028BC7E084C4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b="31503"/>
          <a:stretch/>
        </p:blipFill>
        <p:spPr>
          <a:xfrm>
            <a:off x="0" y="824487"/>
            <a:ext cx="514350" cy="3963538"/>
          </a:xfrm>
          <a:prstGeom prst="rect">
            <a:avLst/>
          </a:prstGeom>
        </p:spPr>
      </p:pic>
      <p:pic>
        <p:nvPicPr>
          <p:cNvPr id="36" name="Graphic 35">
            <a:extLst>
              <a:ext uri="{FF2B5EF4-FFF2-40B4-BE49-F238E27FC236}">
                <a16:creationId xmlns:a16="http://schemas.microsoft.com/office/drawing/2014/main" id="{0F122FF1-DFCC-1ED7-BB7E-024639ABD7A5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b="31503"/>
          <a:stretch/>
        </p:blipFill>
        <p:spPr>
          <a:xfrm>
            <a:off x="8629650" y="824487"/>
            <a:ext cx="514350" cy="3963538"/>
          </a:xfrm>
          <a:prstGeom prst="rect">
            <a:avLst/>
          </a:prstGeom>
        </p:spPr>
      </p:pic>
      <p:sp>
        <p:nvSpPr>
          <p:cNvPr id="14" name="Slide Number Placeholder 6">
            <a:extLst>
              <a:ext uri="{FF2B5EF4-FFF2-40B4-BE49-F238E27FC236}">
                <a16:creationId xmlns:a16="http://schemas.microsoft.com/office/drawing/2014/main" id="{F4FF75C0-9C22-A82C-AAC4-3DA1E694BACB}"/>
              </a:ext>
            </a:extLst>
          </p:cNvPr>
          <p:cNvSpPr txBox="1">
            <a:spLocks/>
          </p:cNvSpPr>
          <p:nvPr userDrawn="1"/>
        </p:nvSpPr>
        <p:spPr>
          <a:xfrm>
            <a:off x="58948" y="4831563"/>
            <a:ext cx="360098" cy="273844"/>
          </a:xfrm>
          <a:prstGeom prst="rect">
            <a:avLst/>
          </a:prstGeom>
        </p:spPr>
        <p:txBody>
          <a:bodyPr vert="horz" lIns="68580" tIns="34290" rIns="68580" bIns="34290" rtlCol="0" anchor="ctr"/>
          <a:lstStyle>
            <a:defPPr>
              <a:defRPr lang="en-US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2B60C70C-E473-9E49-863B-88FCC598397C}" type="slidenum">
              <a:rPr lang="en-US" sz="1000" smtClean="0">
                <a:solidFill>
                  <a:srgbClr val="EB262A"/>
                </a:solidFill>
              </a:rPr>
              <a:pPr algn="ctr"/>
              <a:t>‹#›</a:t>
            </a:fld>
            <a:endParaRPr lang="en-US" sz="1000" dirty="0">
              <a:solidFill>
                <a:srgbClr val="EB262A"/>
              </a:solidFill>
            </a:endParaRPr>
          </a:p>
        </p:txBody>
      </p:sp>
      <p:pic>
        <p:nvPicPr>
          <p:cNvPr id="15" name="Graphic 14">
            <a:extLst>
              <a:ext uri="{FF2B5EF4-FFF2-40B4-BE49-F238E27FC236}">
                <a16:creationId xmlns:a16="http://schemas.microsoft.com/office/drawing/2014/main" id="{040BAAB7-B619-613A-C4AE-B56F253D759A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238351" y="4865781"/>
            <a:ext cx="797806" cy="216000"/>
          </a:xfrm>
          <a:prstGeom prst="rect">
            <a:avLst/>
          </a:prstGeom>
        </p:spPr>
      </p:pic>
      <p:pic>
        <p:nvPicPr>
          <p:cNvPr id="17" name="Graphic 16">
            <a:extLst>
              <a:ext uri="{FF2B5EF4-FFF2-40B4-BE49-F238E27FC236}">
                <a16:creationId xmlns:a16="http://schemas.microsoft.com/office/drawing/2014/main" id="{7A8EE21E-CCCE-A9D3-AA8F-EBFD41301A26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1609" r="21970" b="-6351"/>
          <a:stretch/>
        </p:blipFill>
        <p:spPr>
          <a:xfrm>
            <a:off x="490996" y="4869686"/>
            <a:ext cx="7686676" cy="197599"/>
          </a:xfrm>
          <a:prstGeom prst="rect">
            <a:avLst/>
          </a:prstGeom>
        </p:spPr>
      </p:pic>
      <p:sp>
        <p:nvSpPr>
          <p:cNvPr id="20" name="Text Placeholder 68">
            <a:extLst>
              <a:ext uri="{FF2B5EF4-FFF2-40B4-BE49-F238E27FC236}">
                <a16:creationId xmlns:a16="http://schemas.microsoft.com/office/drawing/2014/main" id="{8AD67688-249F-6E0A-0E60-903597A47A7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60401" y="994588"/>
            <a:ext cx="7823199" cy="358709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accent1"/>
                </a:solidFill>
              </a:defRPr>
            </a:lvl1pPr>
            <a:lvl2pPr marL="342900" indent="0">
              <a:buNone/>
              <a:defRPr/>
            </a:lvl2pPr>
            <a:lvl3pPr marL="685800" indent="0">
              <a:buNone/>
              <a:defRPr/>
            </a:lvl3pPr>
            <a:lvl4pPr marL="1028700" indent="0">
              <a:buNone/>
              <a:defRPr/>
            </a:lvl4pPr>
            <a:lvl5pPr marL="1371600" indent="0">
              <a:buNone/>
              <a:defRPr/>
            </a:lvl5pPr>
          </a:lstStyle>
          <a:p>
            <a:r>
              <a:rPr lang="en-IN" dirty="0"/>
              <a:t>Headline</a:t>
            </a:r>
          </a:p>
        </p:txBody>
      </p:sp>
      <p:sp>
        <p:nvSpPr>
          <p:cNvPr id="3" name="Text Placeholder 17">
            <a:extLst>
              <a:ext uri="{FF2B5EF4-FFF2-40B4-BE49-F238E27FC236}">
                <a16:creationId xmlns:a16="http://schemas.microsoft.com/office/drawing/2014/main" id="{6696BB41-BDE5-4613-0367-E10C3F10487E}"/>
              </a:ext>
            </a:extLst>
          </p:cNvPr>
          <p:cNvSpPr>
            <a:spLocks noGrp="1"/>
          </p:cNvSpPr>
          <p:nvPr>
            <p:ph type="body" sz="quarter" idx="98" hasCustomPrompt="1"/>
          </p:nvPr>
        </p:nvSpPr>
        <p:spPr>
          <a:xfrm>
            <a:off x="659975" y="1427166"/>
            <a:ext cx="7823198" cy="3281993"/>
          </a:xfrm>
          <a:prstGeom prst="rect">
            <a:avLst/>
          </a:prstGeom>
          <a:noFill/>
          <a:ln>
            <a:noFill/>
          </a:ln>
        </p:spPr>
        <p:txBody>
          <a:bodyPr tIns="90000"/>
          <a:lstStyle>
            <a:lvl1pPr>
              <a:buClr>
                <a:schemeClr val="accent1"/>
              </a:buClr>
              <a:defRPr sz="1050"/>
            </a:lvl1pPr>
            <a:lvl2pPr marL="514350" indent="-171450">
              <a:buClr>
                <a:schemeClr val="accent2"/>
              </a:buClr>
              <a:buFont typeface="Courier New" panose="02070309020205020404" pitchFamily="49" charset="0"/>
              <a:buChar char="o"/>
              <a:defRPr sz="1050"/>
            </a:lvl2pPr>
            <a:lvl3pPr marL="857250" indent="-171450">
              <a:buClr>
                <a:schemeClr val="accent1"/>
              </a:buClr>
              <a:buFont typeface="Wingdings" panose="05000000000000000000" pitchFamily="2" charset="2"/>
              <a:buChar char="§"/>
              <a:defRPr sz="1000"/>
            </a:lvl3pPr>
            <a:lvl4pPr>
              <a:buClr>
                <a:schemeClr val="accent1"/>
              </a:buClr>
              <a:defRPr sz="1000"/>
            </a:lvl4pPr>
            <a:lvl5pPr>
              <a:buClr>
                <a:schemeClr val="accent1"/>
              </a:buClr>
              <a:defRPr sz="1000"/>
            </a:lvl5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IN" dirty="0"/>
              <a:t>This can be used as either bullets/ paragraph</a:t>
            </a:r>
          </a:p>
          <a:p>
            <a:pPr lvl="0"/>
            <a:r>
              <a:rPr lang="en-US" dirty="0"/>
              <a:t>Level 1</a:t>
            </a:r>
          </a:p>
          <a:p>
            <a:pPr lvl="1"/>
            <a:r>
              <a:rPr lang="en-US" dirty="0"/>
              <a:t>Level 2</a:t>
            </a:r>
          </a:p>
          <a:p>
            <a:pPr lvl="2"/>
            <a:r>
              <a:rPr lang="en-US" dirty="0"/>
              <a:t>Level 3</a:t>
            </a:r>
          </a:p>
        </p:txBody>
      </p:sp>
    </p:spTree>
    <p:extLst>
      <p:ext uri="{BB962C8B-B14F-4D97-AF65-F5344CB8AC3E}">
        <p14:creationId xmlns:p14="http://schemas.microsoft.com/office/powerpoint/2010/main" val="378193221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 banded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9832DF11-004B-9F0F-C5AE-E4B84896EA60}"/>
              </a:ext>
            </a:extLst>
          </p:cNvPr>
          <p:cNvSpPr/>
          <p:nvPr userDrawn="1"/>
        </p:nvSpPr>
        <p:spPr>
          <a:xfrm>
            <a:off x="0" y="0"/>
            <a:ext cx="9144000" cy="824489"/>
          </a:xfrm>
          <a:prstGeom prst="rect">
            <a:avLst/>
          </a:prstGeom>
          <a:solidFill>
            <a:srgbClr val="EB26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13" dirty="0">
              <a:solidFill>
                <a:srgbClr val="EB262A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26BF8A8A-A07B-D51F-A86D-FB31018090B5}"/>
              </a:ext>
            </a:extLst>
          </p:cNvPr>
          <p:cNvSpPr/>
          <p:nvPr/>
        </p:nvSpPr>
        <p:spPr>
          <a:xfrm>
            <a:off x="7755627" y="4802131"/>
            <a:ext cx="1120543" cy="2704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13" dirty="0"/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0D96BEE3-8B68-A350-4A0B-E3E95E9EE563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909174" y="0"/>
            <a:ext cx="1234826" cy="824489"/>
          </a:xfrm>
          <a:prstGeom prst="rect">
            <a:avLst/>
          </a:prstGeom>
        </p:spPr>
      </p:pic>
      <p:pic>
        <p:nvPicPr>
          <p:cNvPr id="26" name="Graphic 25">
            <a:extLst>
              <a:ext uri="{FF2B5EF4-FFF2-40B4-BE49-F238E27FC236}">
                <a16:creationId xmlns:a16="http://schemas.microsoft.com/office/drawing/2014/main" id="{8BECF289-346D-A31A-CC30-028BC7E084C4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b="31503"/>
          <a:stretch/>
        </p:blipFill>
        <p:spPr>
          <a:xfrm>
            <a:off x="0" y="824487"/>
            <a:ext cx="514350" cy="3963538"/>
          </a:xfrm>
          <a:prstGeom prst="rect">
            <a:avLst/>
          </a:prstGeom>
        </p:spPr>
      </p:pic>
      <p:pic>
        <p:nvPicPr>
          <p:cNvPr id="36" name="Graphic 35">
            <a:extLst>
              <a:ext uri="{FF2B5EF4-FFF2-40B4-BE49-F238E27FC236}">
                <a16:creationId xmlns:a16="http://schemas.microsoft.com/office/drawing/2014/main" id="{0F122FF1-DFCC-1ED7-BB7E-024639ABD7A5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b="31503"/>
          <a:stretch/>
        </p:blipFill>
        <p:spPr>
          <a:xfrm>
            <a:off x="8629650" y="824487"/>
            <a:ext cx="514350" cy="3963538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CAF5D34D-8921-EEE2-0334-976067A0097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4247" y="188464"/>
            <a:ext cx="7684927" cy="461665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400" b="0" i="0">
                <a:solidFill>
                  <a:schemeClr val="accent6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en-IN" dirty="0"/>
              <a:t>Executive summary slide with image</a:t>
            </a:r>
            <a:endParaRPr lang="en-US" dirty="0"/>
          </a:p>
        </p:txBody>
      </p:sp>
      <p:sp>
        <p:nvSpPr>
          <p:cNvPr id="5" name="Slide Number Placeholder 6">
            <a:extLst>
              <a:ext uri="{FF2B5EF4-FFF2-40B4-BE49-F238E27FC236}">
                <a16:creationId xmlns:a16="http://schemas.microsoft.com/office/drawing/2014/main" id="{4F1C061E-4541-6FAD-B466-F3A466550A60}"/>
              </a:ext>
            </a:extLst>
          </p:cNvPr>
          <p:cNvSpPr txBox="1">
            <a:spLocks/>
          </p:cNvSpPr>
          <p:nvPr userDrawn="1"/>
        </p:nvSpPr>
        <p:spPr>
          <a:xfrm>
            <a:off x="58948" y="4831563"/>
            <a:ext cx="360098" cy="273844"/>
          </a:xfrm>
          <a:prstGeom prst="rect">
            <a:avLst/>
          </a:prstGeom>
        </p:spPr>
        <p:txBody>
          <a:bodyPr vert="horz" lIns="68580" tIns="34290" rIns="68580" bIns="34290" rtlCol="0" anchor="ctr"/>
          <a:lstStyle>
            <a:defPPr>
              <a:defRPr lang="en-US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2B60C70C-E473-9E49-863B-88FCC598397C}" type="slidenum">
              <a:rPr lang="en-US" sz="1000" smtClean="0">
                <a:solidFill>
                  <a:srgbClr val="EB262A"/>
                </a:solidFill>
              </a:rPr>
              <a:pPr algn="ctr"/>
              <a:t>‹#›</a:t>
            </a:fld>
            <a:endParaRPr lang="en-US" sz="1000" dirty="0">
              <a:solidFill>
                <a:srgbClr val="EB262A"/>
              </a:solidFill>
            </a:endParaRP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13AE3FAE-7221-707D-1175-D80CC26DCF4F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238351" y="4865781"/>
            <a:ext cx="797806" cy="216000"/>
          </a:xfrm>
          <a:prstGeom prst="rect">
            <a:avLst/>
          </a:prstGeom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1C3CE460-2316-ED68-6D40-C6D8AF47EC96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1609" r="21970" b="-6351"/>
          <a:stretch/>
        </p:blipFill>
        <p:spPr>
          <a:xfrm>
            <a:off x="482385" y="4869686"/>
            <a:ext cx="7686676" cy="197599"/>
          </a:xfrm>
          <a:prstGeom prst="rect">
            <a:avLst/>
          </a:prstGeom>
        </p:spPr>
      </p:pic>
      <p:sp>
        <p:nvSpPr>
          <p:cNvPr id="17" name="Text Placeholder 68">
            <a:extLst>
              <a:ext uri="{FF2B5EF4-FFF2-40B4-BE49-F238E27FC236}">
                <a16:creationId xmlns:a16="http://schemas.microsoft.com/office/drawing/2014/main" id="{7106B81D-7A48-6698-8601-AE7C63714F1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246515" y="994588"/>
            <a:ext cx="5237085" cy="358709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accent1"/>
                </a:solidFill>
              </a:defRPr>
            </a:lvl1pPr>
            <a:lvl2pPr marL="342900" indent="0">
              <a:buNone/>
              <a:defRPr/>
            </a:lvl2pPr>
            <a:lvl3pPr marL="685800" indent="0">
              <a:buNone/>
              <a:defRPr/>
            </a:lvl3pPr>
            <a:lvl4pPr marL="1028700" indent="0">
              <a:buNone/>
              <a:defRPr/>
            </a:lvl4pPr>
            <a:lvl5pPr marL="1371600" indent="0">
              <a:buNone/>
              <a:defRPr/>
            </a:lvl5pPr>
          </a:lstStyle>
          <a:p>
            <a:r>
              <a:rPr lang="en-IN" dirty="0"/>
              <a:t>Headline</a:t>
            </a:r>
          </a:p>
        </p:txBody>
      </p:sp>
      <p:sp>
        <p:nvSpPr>
          <p:cNvPr id="8" name="Picture Placeholder 2">
            <a:extLst>
              <a:ext uri="{FF2B5EF4-FFF2-40B4-BE49-F238E27FC236}">
                <a16:creationId xmlns:a16="http://schemas.microsoft.com/office/drawing/2014/main" id="{3188EC0C-13F5-E2B2-2ABC-CDFE9EED5391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660399" y="1008421"/>
            <a:ext cx="2439639" cy="3700738"/>
          </a:xfrm>
          <a:prstGeom prst="rect">
            <a:avLst/>
          </a:prstGeom>
          <a:solidFill>
            <a:schemeClr val="bg2">
              <a:alpha val="37000"/>
            </a:schemeClr>
          </a:solidFill>
        </p:spPr>
        <p:txBody>
          <a:bodyPr tIns="720000" anchor="ctr" anchorCtr="1"/>
          <a:lstStyle>
            <a:lvl1pPr marL="0" indent="0" algn="ctr">
              <a:buNone/>
              <a:defRPr sz="1400">
                <a:solidFill>
                  <a:schemeClr val="tx1"/>
                </a:solidFill>
              </a:defRPr>
            </a:lvl1pPr>
          </a:lstStyle>
          <a:p>
            <a:r>
              <a:rPr lang="en-IN" dirty="0"/>
              <a:t>Click icon to insert the image of your choice</a:t>
            </a:r>
          </a:p>
        </p:txBody>
      </p:sp>
      <p:sp>
        <p:nvSpPr>
          <p:cNvPr id="13" name="Text Placeholder 17">
            <a:extLst>
              <a:ext uri="{FF2B5EF4-FFF2-40B4-BE49-F238E27FC236}">
                <a16:creationId xmlns:a16="http://schemas.microsoft.com/office/drawing/2014/main" id="{BD88C10C-8263-13F2-AF4E-FD248C46B36D}"/>
              </a:ext>
            </a:extLst>
          </p:cNvPr>
          <p:cNvSpPr>
            <a:spLocks noGrp="1"/>
          </p:cNvSpPr>
          <p:nvPr>
            <p:ph type="body" sz="quarter" idx="98" hasCustomPrompt="1"/>
          </p:nvPr>
        </p:nvSpPr>
        <p:spPr>
          <a:xfrm>
            <a:off x="3246087" y="1427166"/>
            <a:ext cx="5237085" cy="3281993"/>
          </a:xfrm>
          <a:prstGeom prst="rect">
            <a:avLst/>
          </a:prstGeom>
          <a:noFill/>
          <a:ln>
            <a:noFill/>
          </a:ln>
        </p:spPr>
        <p:txBody>
          <a:bodyPr tIns="90000"/>
          <a:lstStyle>
            <a:lvl1pPr>
              <a:buClr>
                <a:schemeClr val="accent1"/>
              </a:buClr>
              <a:defRPr sz="1050"/>
            </a:lvl1pPr>
            <a:lvl2pPr marL="514350" indent="-171450">
              <a:buClr>
                <a:schemeClr val="accent2"/>
              </a:buClr>
              <a:buFont typeface="Courier New" panose="02070309020205020404" pitchFamily="49" charset="0"/>
              <a:buChar char="o"/>
              <a:defRPr sz="1050"/>
            </a:lvl2pPr>
            <a:lvl3pPr marL="857250" indent="-171450">
              <a:buClr>
                <a:schemeClr val="accent1"/>
              </a:buClr>
              <a:buFont typeface="Wingdings" panose="05000000000000000000" pitchFamily="2" charset="2"/>
              <a:buChar char="§"/>
              <a:defRPr sz="1000"/>
            </a:lvl3pPr>
            <a:lvl4pPr>
              <a:buClr>
                <a:schemeClr val="accent1"/>
              </a:buClr>
              <a:defRPr sz="1000"/>
            </a:lvl4pPr>
            <a:lvl5pPr>
              <a:buClr>
                <a:schemeClr val="accent1"/>
              </a:buClr>
              <a:defRPr sz="1000"/>
            </a:lvl5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IN" dirty="0"/>
              <a:t>This can be used as either bullets/ paragraph</a:t>
            </a:r>
          </a:p>
          <a:p>
            <a:pPr lvl="0"/>
            <a:r>
              <a:rPr lang="en-US" dirty="0"/>
              <a:t>Level 1</a:t>
            </a:r>
          </a:p>
          <a:p>
            <a:pPr lvl="1"/>
            <a:r>
              <a:rPr lang="en-US" dirty="0"/>
              <a:t>Level 2</a:t>
            </a:r>
          </a:p>
          <a:p>
            <a:pPr lvl="2"/>
            <a:r>
              <a:rPr lang="en-US" dirty="0"/>
              <a:t>Level 3</a:t>
            </a:r>
          </a:p>
        </p:txBody>
      </p:sp>
    </p:spTree>
    <p:extLst>
      <p:ext uri="{BB962C8B-B14F-4D97-AF65-F5344CB8AC3E}">
        <p14:creationId xmlns:p14="http://schemas.microsoft.com/office/powerpoint/2010/main" val="245741578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image blocks with descri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53C59F49-4135-22A8-DF16-1F3249E1E815}"/>
              </a:ext>
            </a:extLst>
          </p:cNvPr>
          <p:cNvSpPr/>
          <p:nvPr userDrawn="1"/>
        </p:nvSpPr>
        <p:spPr>
          <a:xfrm>
            <a:off x="0" y="3996406"/>
            <a:ext cx="9144000" cy="711399"/>
          </a:xfrm>
          <a:prstGeom prst="rect">
            <a:avLst/>
          </a:prstGeom>
          <a:solidFill>
            <a:srgbClr val="EB26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13" dirty="0">
              <a:solidFill>
                <a:srgbClr val="EB262A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E8EC186-FE8A-E937-30D6-191F0D4A8D4D}"/>
              </a:ext>
            </a:extLst>
          </p:cNvPr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273545" y="4116150"/>
            <a:ext cx="7556808" cy="471911"/>
          </a:xfrm>
          <a:prstGeom prst="rect">
            <a:avLst/>
          </a:prstGeom>
        </p:spPr>
        <p:txBody>
          <a:bodyPr anchor="ctr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</a:defRPr>
            </a:lvl1pPr>
            <a:lvl2pPr marL="342900" indent="0">
              <a:buNone/>
              <a:defRPr>
                <a:solidFill>
                  <a:schemeClr val="bg1"/>
                </a:solidFill>
              </a:defRPr>
            </a:lvl2pPr>
            <a:lvl3pPr marL="685800" indent="0">
              <a:buNone/>
              <a:defRPr>
                <a:solidFill>
                  <a:schemeClr val="bg1"/>
                </a:solidFill>
              </a:defRPr>
            </a:lvl3pPr>
            <a:lvl4pPr marL="1028700" indent="0">
              <a:buNone/>
              <a:defRPr>
                <a:solidFill>
                  <a:schemeClr val="bg1"/>
                </a:solidFill>
              </a:defRPr>
            </a:lvl4pPr>
            <a:lvl5pPr marL="13716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Highlighted text to make a point/impact</a:t>
            </a:r>
            <a:endParaRPr lang="en-IN" dirty="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26F072B6-68B0-B4DE-E101-2E5DCAD04CFF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358187" y="-1"/>
            <a:ext cx="785814" cy="785814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A340F2EF-6B79-1ED4-F2BC-D373C0EB0211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76448" y="3996406"/>
            <a:ext cx="1067552" cy="712800"/>
          </a:xfrm>
          <a:prstGeom prst="rect">
            <a:avLst/>
          </a:prstGeom>
        </p:spPr>
      </p:pic>
      <p:sp>
        <p:nvSpPr>
          <p:cNvPr id="16" name="Title 1">
            <a:extLst>
              <a:ext uri="{FF2B5EF4-FFF2-40B4-BE49-F238E27FC236}">
                <a16:creationId xmlns:a16="http://schemas.microsoft.com/office/drawing/2014/main" id="{2BF1A03F-6388-F3C7-962F-889781F61B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4247" y="188464"/>
            <a:ext cx="8133940" cy="461665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400" b="0" i="0">
                <a:solidFill>
                  <a:schemeClr val="accent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en-IN" dirty="0"/>
              <a:t>2 image blocks slide with description </a:t>
            </a:r>
            <a:endParaRPr lang="en-US" dirty="0"/>
          </a:p>
        </p:txBody>
      </p:sp>
      <p:sp>
        <p:nvSpPr>
          <p:cNvPr id="2" name="Slide Number Placeholder 6">
            <a:extLst>
              <a:ext uri="{FF2B5EF4-FFF2-40B4-BE49-F238E27FC236}">
                <a16:creationId xmlns:a16="http://schemas.microsoft.com/office/drawing/2014/main" id="{B22A845E-8F8F-097B-A2B6-B8A30C1B55F9}"/>
              </a:ext>
            </a:extLst>
          </p:cNvPr>
          <p:cNvSpPr txBox="1">
            <a:spLocks/>
          </p:cNvSpPr>
          <p:nvPr userDrawn="1"/>
        </p:nvSpPr>
        <p:spPr>
          <a:xfrm>
            <a:off x="58948" y="4831563"/>
            <a:ext cx="360098" cy="273844"/>
          </a:xfrm>
          <a:prstGeom prst="rect">
            <a:avLst/>
          </a:prstGeom>
        </p:spPr>
        <p:txBody>
          <a:bodyPr vert="horz" lIns="68580" tIns="34290" rIns="68580" bIns="34290" rtlCol="0" anchor="ctr"/>
          <a:lstStyle>
            <a:defPPr>
              <a:defRPr lang="en-US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2B60C70C-E473-9E49-863B-88FCC598397C}" type="slidenum">
              <a:rPr lang="en-US" sz="1000" smtClean="0">
                <a:solidFill>
                  <a:srgbClr val="EB262A"/>
                </a:solidFill>
              </a:rPr>
              <a:pPr algn="ctr"/>
              <a:t>‹#›</a:t>
            </a:fld>
            <a:endParaRPr lang="en-US" sz="1000" dirty="0">
              <a:solidFill>
                <a:srgbClr val="EB262A"/>
              </a:solidFill>
            </a:endParaRP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D316BAF4-27A8-09F1-36E8-A07C77DE58C8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238351" y="4865781"/>
            <a:ext cx="797806" cy="216000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CA64C152-3AAA-7FE2-3A17-A9B8E7D838D8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1609" r="21970" b="-6351"/>
          <a:stretch/>
        </p:blipFill>
        <p:spPr>
          <a:xfrm>
            <a:off x="482385" y="4869686"/>
            <a:ext cx="7686676" cy="197599"/>
          </a:xfrm>
          <a:prstGeom prst="rect">
            <a:avLst/>
          </a:prstGeom>
        </p:spPr>
      </p:pic>
      <p:sp>
        <p:nvSpPr>
          <p:cNvPr id="12" name="Picture Placeholder 2">
            <a:extLst>
              <a:ext uri="{FF2B5EF4-FFF2-40B4-BE49-F238E27FC236}">
                <a16:creationId xmlns:a16="http://schemas.microsoft.com/office/drawing/2014/main" id="{6C1AF881-C7EE-8449-8212-BE08B44C8DE9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4635274" y="994588"/>
            <a:ext cx="4282572" cy="1854665"/>
          </a:xfrm>
          <a:prstGeom prst="rect">
            <a:avLst/>
          </a:prstGeom>
          <a:solidFill>
            <a:schemeClr val="bg2">
              <a:alpha val="37000"/>
            </a:schemeClr>
          </a:solidFill>
        </p:spPr>
        <p:txBody>
          <a:bodyPr tIns="720000" anchor="ctr" anchorCtr="1"/>
          <a:lstStyle>
            <a:lvl1pPr marL="0" indent="0" algn="ctr">
              <a:buNone/>
              <a:defRPr sz="1400">
                <a:solidFill>
                  <a:schemeClr val="tx1"/>
                </a:solidFill>
              </a:defRPr>
            </a:lvl1pPr>
          </a:lstStyle>
          <a:p>
            <a:r>
              <a:rPr lang="en-IN" dirty="0"/>
              <a:t>Click icon to insert the image of your choice</a:t>
            </a:r>
          </a:p>
        </p:txBody>
      </p:sp>
      <p:sp>
        <p:nvSpPr>
          <p:cNvPr id="13" name="Picture Placeholder 2">
            <a:extLst>
              <a:ext uri="{FF2B5EF4-FFF2-40B4-BE49-F238E27FC236}">
                <a16:creationId xmlns:a16="http://schemas.microsoft.com/office/drawing/2014/main" id="{15103493-B778-E0B8-E138-6D4227680FA9}"/>
              </a:ext>
            </a:extLst>
          </p:cNvPr>
          <p:cNvSpPr>
            <a:spLocks noGrp="1"/>
          </p:cNvSpPr>
          <p:nvPr>
            <p:ph type="pic" sz="quarter" idx="36" hasCustomPrompt="1"/>
          </p:nvPr>
        </p:nvSpPr>
        <p:spPr>
          <a:xfrm>
            <a:off x="224247" y="994588"/>
            <a:ext cx="4282572" cy="1854665"/>
          </a:xfrm>
          <a:prstGeom prst="rect">
            <a:avLst/>
          </a:prstGeom>
          <a:solidFill>
            <a:schemeClr val="bg2">
              <a:alpha val="37000"/>
            </a:schemeClr>
          </a:solidFill>
        </p:spPr>
        <p:txBody>
          <a:bodyPr tIns="720000" anchor="ctr" anchorCtr="1"/>
          <a:lstStyle>
            <a:lvl1pPr marL="0" indent="0" algn="ctr">
              <a:buNone/>
              <a:defRPr sz="1400">
                <a:solidFill>
                  <a:schemeClr val="tx1"/>
                </a:solidFill>
              </a:defRPr>
            </a:lvl1pPr>
          </a:lstStyle>
          <a:p>
            <a:r>
              <a:rPr lang="en-IN" dirty="0"/>
              <a:t>Click icon to insert the image of your choice</a:t>
            </a:r>
          </a:p>
        </p:txBody>
      </p:sp>
      <p:sp>
        <p:nvSpPr>
          <p:cNvPr id="20" name="Text Placeholder 17">
            <a:extLst>
              <a:ext uri="{FF2B5EF4-FFF2-40B4-BE49-F238E27FC236}">
                <a16:creationId xmlns:a16="http://schemas.microsoft.com/office/drawing/2014/main" id="{8341FFEC-9EF7-F4A1-BE83-6C330F56FC8C}"/>
              </a:ext>
            </a:extLst>
          </p:cNvPr>
          <p:cNvSpPr>
            <a:spLocks noGrp="1"/>
          </p:cNvSpPr>
          <p:nvPr>
            <p:ph type="body" sz="quarter" idx="98" hasCustomPrompt="1"/>
          </p:nvPr>
        </p:nvSpPr>
        <p:spPr>
          <a:xfrm>
            <a:off x="4634320" y="2849253"/>
            <a:ext cx="4282572" cy="102199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tIns="90000"/>
          <a:lstStyle>
            <a:lvl1pPr>
              <a:buClr>
                <a:schemeClr val="accent1"/>
              </a:buClr>
              <a:defRPr sz="1050"/>
            </a:lvl1pPr>
            <a:lvl2pPr marL="514350" indent="-171450">
              <a:buClr>
                <a:schemeClr val="accent2"/>
              </a:buClr>
              <a:buFont typeface="Courier New" panose="02070309020205020404" pitchFamily="49" charset="0"/>
              <a:buChar char="o"/>
              <a:defRPr sz="1050"/>
            </a:lvl2pPr>
            <a:lvl3pPr marL="857250" indent="-171450">
              <a:buClr>
                <a:schemeClr val="accent1"/>
              </a:buClr>
              <a:buFont typeface="Wingdings" panose="05000000000000000000" pitchFamily="2" charset="2"/>
              <a:buChar char="§"/>
              <a:defRPr sz="1000"/>
            </a:lvl3pPr>
            <a:lvl4pPr>
              <a:buClr>
                <a:schemeClr val="accent1"/>
              </a:buClr>
              <a:defRPr sz="1000"/>
            </a:lvl4pPr>
            <a:lvl5pPr>
              <a:buClr>
                <a:schemeClr val="accent1"/>
              </a:buClr>
              <a:defRPr sz="1000"/>
            </a:lvl5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IN" dirty="0"/>
              <a:t>This can be used as either bullets/ paragraph</a:t>
            </a:r>
          </a:p>
          <a:p>
            <a:pPr lvl="0"/>
            <a:r>
              <a:rPr lang="en-US" dirty="0"/>
              <a:t>Level 1</a:t>
            </a:r>
          </a:p>
          <a:p>
            <a:pPr lvl="1"/>
            <a:r>
              <a:rPr lang="en-US" dirty="0"/>
              <a:t>Level 2</a:t>
            </a:r>
          </a:p>
          <a:p>
            <a:pPr lvl="2"/>
            <a:r>
              <a:rPr lang="en-US" dirty="0"/>
              <a:t>Level 3</a:t>
            </a:r>
          </a:p>
        </p:txBody>
      </p:sp>
      <p:sp>
        <p:nvSpPr>
          <p:cNvPr id="21" name="Text Placeholder 17">
            <a:extLst>
              <a:ext uri="{FF2B5EF4-FFF2-40B4-BE49-F238E27FC236}">
                <a16:creationId xmlns:a16="http://schemas.microsoft.com/office/drawing/2014/main" id="{AD822EBB-07EF-7491-3D00-437E08E900BE}"/>
              </a:ext>
            </a:extLst>
          </p:cNvPr>
          <p:cNvSpPr>
            <a:spLocks noGrp="1"/>
          </p:cNvSpPr>
          <p:nvPr>
            <p:ph type="body" sz="quarter" idx="99" hasCustomPrompt="1"/>
          </p:nvPr>
        </p:nvSpPr>
        <p:spPr>
          <a:xfrm>
            <a:off x="224247" y="2849253"/>
            <a:ext cx="4282572" cy="102199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tIns="90000"/>
          <a:lstStyle>
            <a:lvl1pPr>
              <a:buClr>
                <a:schemeClr val="accent1"/>
              </a:buClr>
              <a:defRPr sz="1050"/>
            </a:lvl1pPr>
            <a:lvl2pPr marL="514350" indent="-171450">
              <a:buClr>
                <a:schemeClr val="accent2"/>
              </a:buClr>
              <a:buFont typeface="Courier New" panose="02070309020205020404" pitchFamily="49" charset="0"/>
              <a:buChar char="o"/>
              <a:defRPr sz="1050"/>
            </a:lvl2pPr>
            <a:lvl3pPr marL="857250" indent="-171450">
              <a:buClr>
                <a:schemeClr val="accent1"/>
              </a:buClr>
              <a:buFont typeface="Wingdings" panose="05000000000000000000" pitchFamily="2" charset="2"/>
              <a:buChar char="§"/>
              <a:defRPr sz="1000"/>
            </a:lvl3pPr>
            <a:lvl4pPr>
              <a:buClr>
                <a:schemeClr val="accent1"/>
              </a:buClr>
              <a:defRPr sz="1000"/>
            </a:lvl4pPr>
            <a:lvl5pPr>
              <a:buClr>
                <a:schemeClr val="accent1"/>
              </a:buClr>
              <a:defRPr sz="1000"/>
            </a:lvl5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IN" dirty="0"/>
              <a:t>This can be used as either bullets/ paragraph</a:t>
            </a:r>
          </a:p>
          <a:p>
            <a:pPr lvl="0"/>
            <a:r>
              <a:rPr lang="en-US" dirty="0"/>
              <a:t>Level 1</a:t>
            </a:r>
          </a:p>
          <a:p>
            <a:pPr lvl="1"/>
            <a:r>
              <a:rPr lang="en-US" dirty="0"/>
              <a:t>Level 2</a:t>
            </a:r>
          </a:p>
          <a:p>
            <a:pPr lvl="2"/>
            <a:r>
              <a:rPr lang="en-US" dirty="0"/>
              <a:t>Level 3</a:t>
            </a:r>
          </a:p>
        </p:txBody>
      </p:sp>
    </p:spTree>
    <p:extLst>
      <p:ext uri="{BB962C8B-B14F-4D97-AF65-F5344CB8AC3E}">
        <p14:creationId xmlns:p14="http://schemas.microsoft.com/office/powerpoint/2010/main" val="235899217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image blocks with descri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53C59F49-4135-22A8-DF16-1F3249E1E815}"/>
              </a:ext>
            </a:extLst>
          </p:cNvPr>
          <p:cNvSpPr/>
          <p:nvPr/>
        </p:nvSpPr>
        <p:spPr>
          <a:xfrm>
            <a:off x="0" y="3996406"/>
            <a:ext cx="9144000" cy="711399"/>
          </a:xfrm>
          <a:prstGeom prst="rect">
            <a:avLst/>
          </a:prstGeom>
          <a:solidFill>
            <a:srgbClr val="EB26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13" dirty="0">
              <a:solidFill>
                <a:srgbClr val="EB262A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E8EC186-FE8A-E937-30D6-191F0D4A8D4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73545" y="4116150"/>
            <a:ext cx="7556808" cy="471911"/>
          </a:xfrm>
          <a:prstGeom prst="rect">
            <a:avLst/>
          </a:prstGeom>
        </p:spPr>
        <p:txBody>
          <a:bodyPr anchor="ctr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</a:defRPr>
            </a:lvl1pPr>
            <a:lvl2pPr marL="342900" indent="0">
              <a:buNone/>
              <a:defRPr>
                <a:solidFill>
                  <a:schemeClr val="bg1"/>
                </a:solidFill>
              </a:defRPr>
            </a:lvl2pPr>
            <a:lvl3pPr marL="685800" indent="0">
              <a:buNone/>
              <a:defRPr>
                <a:solidFill>
                  <a:schemeClr val="bg1"/>
                </a:solidFill>
              </a:defRPr>
            </a:lvl3pPr>
            <a:lvl4pPr marL="1028700" indent="0">
              <a:buNone/>
              <a:defRPr>
                <a:solidFill>
                  <a:schemeClr val="bg1"/>
                </a:solidFill>
              </a:defRPr>
            </a:lvl4pPr>
            <a:lvl5pPr marL="13716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Highlighted text to make a point/impact</a:t>
            </a:r>
            <a:endParaRPr lang="en-IN" dirty="0"/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88C1F2D8-8416-B63B-BBAC-DB1666B1C04C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358187" y="-1"/>
            <a:ext cx="785814" cy="785814"/>
          </a:xfrm>
          <a:prstGeom prst="rect">
            <a:avLst/>
          </a:prstGeom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2C3AD32F-9183-4E18-023C-900EC408E3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4247" y="188464"/>
            <a:ext cx="8133940" cy="461665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400" b="0" i="0">
                <a:solidFill>
                  <a:schemeClr val="accent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en-IN" dirty="0"/>
              <a:t>3 image blocks slide with description </a:t>
            </a:r>
            <a:endParaRPr lang="en-US" dirty="0"/>
          </a:p>
        </p:txBody>
      </p:sp>
      <p:sp>
        <p:nvSpPr>
          <p:cNvPr id="3" name="Slide Number Placeholder 6">
            <a:extLst>
              <a:ext uri="{FF2B5EF4-FFF2-40B4-BE49-F238E27FC236}">
                <a16:creationId xmlns:a16="http://schemas.microsoft.com/office/drawing/2014/main" id="{879F1C93-E196-05C0-4304-809972CC664B}"/>
              </a:ext>
            </a:extLst>
          </p:cNvPr>
          <p:cNvSpPr txBox="1">
            <a:spLocks/>
          </p:cNvSpPr>
          <p:nvPr userDrawn="1"/>
        </p:nvSpPr>
        <p:spPr>
          <a:xfrm>
            <a:off x="58948" y="4831563"/>
            <a:ext cx="360098" cy="273844"/>
          </a:xfrm>
          <a:prstGeom prst="rect">
            <a:avLst/>
          </a:prstGeom>
        </p:spPr>
        <p:txBody>
          <a:bodyPr vert="horz" lIns="68580" tIns="34290" rIns="68580" bIns="34290" rtlCol="0" anchor="ctr"/>
          <a:lstStyle>
            <a:defPPr>
              <a:defRPr lang="en-US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2B60C70C-E473-9E49-863B-88FCC598397C}" type="slidenum">
              <a:rPr lang="en-US" sz="1000" smtClean="0">
                <a:solidFill>
                  <a:srgbClr val="EB262A"/>
                </a:solidFill>
              </a:rPr>
              <a:pPr algn="ctr"/>
              <a:t>‹#›</a:t>
            </a:fld>
            <a:endParaRPr lang="en-US" sz="1000" dirty="0">
              <a:solidFill>
                <a:srgbClr val="EB262A"/>
              </a:solidFill>
            </a:endParaRP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14D60DD8-5322-B68A-F6A0-9956669BC95E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38351" y="4865781"/>
            <a:ext cx="797806" cy="216000"/>
          </a:xfrm>
          <a:prstGeom prst="rect">
            <a:avLst/>
          </a:prstGeom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2F4071DD-996F-4CD0-7B5B-906AE5A68111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609" r="21970" b="-6351"/>
          <a:stretch/>
        </p:blipFill>
        <p:spPr>
          <a:xfrm>
            <a:off x="482385" y="4869686"/>
            <a:ext cx="7686676" cy="197599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14A71121-0FB2-69C5-B7B7-3E523B97D27D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076448" y="3996406"/>
            <a:ext cx="1067552" cy="712800"/>
          </a:xfrm>
          <a:prstGeom prst="rect">
            <a:avLst/>
          </a:prstGeom>
        </p:spPr>
      </p:pic>
      <p:sp>
        <p:nvSpPr>
          <p:cNvPr id="8" name="Picture Placeholder 2">
            <a:extLst>
              <a:ext uri="{FF2B5EF4-FFF2-40B4-BE49-F238E27FC236}">
                <a16:creationId xmlns:a16="http://schemas.microsoft.com/office/drawing/2014/main" id="{4A849A3D-51D1-F614-5F30-F40894773626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224247" y="994588"/>
            <a:ext cx="2791573" cy="1854665"/>
          </a:xfrm>
          <a:prstGeom prst="rect">
            <a:avLst/>
          </a:prstGeom>
          <a:solidFill>
            <a:schemeClr val="bg2">
              <a:alpha val="37000"/>
            </a:schemeClr>
          </a:solidFill>
        </p:spPr>
        <p:txBody>
          <a:bodyPr tIns="720000" anchor="ctr" anchorCtr="1"/>
          <a:lstStyle>
            <a:lvl1pPr marL="0" indent="0" algn="ctr">
              <a:buNone/>
              <a:defRPr sz="1400">
                <a:solidFill>
                  <a:schemeClr val="tx1"/>
                </a:solidFill>
              </a:defRPr>
            </a:lvl1pPr>
          </a:lstStyle>
          <a:p>
            <a:r>
              <a:rPr lang="en-IN" dirty="0"/>
              <a:t>Click icon to insert the image of your choice</a:t>
            </a:r>
          </a:p>
        </p:txBody>
      </p:sp>
      <p:sp>
        <p:nvSpPr>
          <p:cNvPr id="13" name="Picture Placeholder 2">
            <a:extLst>
              <a:ext uri="{FF2B5EF4-FFF2-40B4-BE49-F238E27FC236}">
                <a16:creationId xmlns:a16="http://schemas.microsoft.com/office/drawing/2014/main" id="{D4880284-7BA1-6CC2-4039-9A72CCE7C07C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3176214" y="994588"/>
            <a:ext cx="2791573" cy="1854665"/>
          </a:xfrm>
          <a:prstGeom prst="rect">
            <a:avLst/>
          </a:prstGeom>
          <a:solidFill>
            <a:schemeClr val="bg2">
              <a:alpha val="37000"/>
            </a:schemeClr>
          </a:solidFill>
        </p:spPr>
        <p:txBody>
          <a:bodyPr tIns="720000" anchor="ctr" anchorCtr="1"/>
          <a:lstStyle>
            <a:lvl1pPr marL="0" indent="0" algn="ctr">
              <a:buNone/>
              <a:defRPr sz="1400">
                <a:solidFill>
                  <a:schemeClr val="tx1"/>
                </a:solidFill>
              </a:defRPr>
            </a:lvl1pPr>
          </a:lstStyle>
          <a:p>
            <a:r>
              <a:rPr lang="en-IN" dirty="0"/>
              <a:t>Click icon to insert the image of your choice</a:t>
            </a:r>
          </a:p>
        </p:txBody>
      </p:sp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88406B1F-AB4C-8801-3281-F98A52ACB02A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>
          <a:xfrm>
            <a:off x="6125319" y="994588"/>
            <a:ext cx="2791573" cy="1854665"/>
          </a:xfrm>
          <a:prstGeom prst="rect">
            <a:avLst/>
          </a:prstGeom>
          <a:solidFill>
            <a:schemeClr val="bg2">
              <a:alpha val="37000"/>
            </a:schemeClr>
          </a:solidFill>
        </p:spPr>
        <p:txBody>
          <a:bodyPr tIns="720000" anchor="ctr" anchorCtr="1"/>
          <a:lstStyle>
            <a:lvl1pPr marL="0" indent="0" algn="ctr">
              <a:buNone/>
              <a:defRPr sz="1400">
                <a:solidFill>
                  <a:schemeClr val="tx1"/>
                </a:solidFill>
              </a:defRPr>
            </a:lvl1pPr>
          </a:lstStyle>
          <a:p>
            <a:r>
              <a:rPr lang="en-IN" dirty="0"/>
              <a:t>Click icon to insert the image of your choice</a:t>
            </a:r>
          </a:p>
        </p:txBody>
      </p:sp>
      <p:sp>
        <p:nvSpPr>
          <p:cNvPr id="21" name="Text Placeholder 17">
            <a:extLst>
              <a:ext uri="{FF2B5EF4-FFF2-40B4-BE49-F238E27FC236}">
                <a16:creationId xmlns:a16="http://schemas.microsoft.com/office/drawing/2014/main" id="{7BD0D5B4-7F8C-1F96-AB77-AD23B89F1A88}"/>
              </a:ext>
            </a:extLst>
          </p:cNvPr>
          <p:cNvSpPr>
            <a:spLocks noGrp="1"/>
          </p:cNvSpPr>
          <p:nvPr>
            <p:ph type="body" sz="quarter" idx="98" hasCustomPrompt="1"/>
          </p:nvPr>
        </p:nvSpPr>
        <p:spPr>
          <a:xfrm>
            <a:off x="6125318" y="2849253"/>
            <a:ext cx="2791573" cy="102199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tIns="90000"/>
          <a:lstStyle>
            <a:lvl1pPr>
              <a:buClr>
                <a:schemeClr val="accent1"/>
              </a:buClr>
              <a:defRPr sz="1050"/>
            </a:lvl1pPr>
            <a:lvl2pPr marL="514350" indent="-171450">
              <a:buClr>
                <a:schemeClr val="accent2"/>
              </a:buClr>
              <a:buFont typeface="Courier New" panose="02070309020205020404" pitchFamily="49" charset="0"/>
              <a:buChar char="o"/>
              <a:defRPr sz="1050"/>
            </a:lvl2pPr>
            <a:lvl3pPr marL="857250" indent="-171450">
              <a:buClr>
                <a:schemeClr val="accent1"/>
              </a:buClr>
              <a:buFont typeface="Wingdings" panose="05000000000000000000" pitchFamily="2" charset="2"/>
              <a:buChar char="§"/>
              <a:defRPr sz="1000"/>
            </a:lvl3pPr>
            <a:lvl4pPr>
              <a:buClr>
                <a:schemeClr val="accent1"/>
              </a:buClr>
              <a:defRPr sz="1000"/>
            </a:lvl4pPr>
            <a:lvl5pPr>
              <a:buClr>
                <a:schemeClr val="accent1"/>
              </a:buClr>
              <a:defRPr sz="1000"/>
            </a:lvl5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IN" dirty="0"/>
              <a:t>This can be used as either bullets/ paragraph</a:t>
            </a:r>
          </a:p>
          <a:p>
            <a:pPr lvl="0"/>
            <a:r>
              <a:rPr lang="en-US" dirty="0"/>
              <a:t>Level 1</a:t>
            </a:r>
          </a:p>
          <a:p>
            <a:pPr lvl="1"/>
            <a:r>
              <a:rPr lang="en-US" dirty="0"/>
              <a:t>Level 2</a:t>
            </a:r>
          </a:p>
          <a:p>
            <a:pPr lvl="2"/>
            <a:r>
              <a:rPr lang="en-US" dirty="0"/>
              <a:t>Level 3</a:t>
            </a:r>
          </a:p>
        </p:txBody>
      </p:sp>
      <p:sp>
        <p:nvSpPr>
          <p:cNvPr id="23" name="Text Placeholder 17">
            <a:extLst>
              <a:ext uri="{FF2B5EF4-FFF2-40B4-BE49-F238E27FC236}">
                <a16:creationId xmlns:a16="http://schemas.microsoft.com/office/drawing/2014/main" id="{840D682B-7375-1602-2775-EDA01AE32017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3176214" y="2849253"/>
            <a:ext cx="2791573" cy="1021994"/>
          </a:xfrm>
          <a:prstGeom prst="rect">
            <a:avLst/>
          </a:prstGeom>
          <a:ln>
            <a:noFill/>
          </a:ln>
        </p:spPr>
        <p:txBody>
          <a:bodyPr tIns="90000"/>
          <a:lstStyle>
            <a:lvl1pPr>
              <a:defRPr lang="en-US" sz="1050" dirty="0" smtClean="0"/>
            </a:lvl1pPr>
            <a:lvl2pPr>
              <a:defRPr lang="en-US" sz="1050" dirty="0" smtClean="0"/>
            </a:lvl2pPr>
            <a:lvl3pPr>
              <a:defRPr lang="en-US" sz="1000" dirty="0"/>
            </a:lvl3pPr>
          </a:lstStyle>
          <a:p>
            <a:pPr marL="0" marR="0" lvl="0" indent="0" fontAlgn="auto">
              <a:spcAft>
                <a:spcPts val="0"/>
              </a:spcAft>
              <a:buClr>
                <a:schemeClr val="accent1"/>
              </a:buClr>
              <a:buSzTx/>
              <a:buNone/>
              <a:tabLst/>
            </a:pPr>
            <a:r>
              <a:rPr lang="en-IN" dirty="0"/>
              <a:t>This can be used as either bullets/ paragraph</a:t>
            </a:r>
          </a:p>
          <a:p>
            <a:pPr marL="0" marR="0" lvl="0" indent="0" fontAlgn="auto">
              <a:spcAft>
                <a:spcPts val="0"/>
              </a:spcAft>
              <a:buClr>
                <a:schemeClr val="accent1"/>
              </a:buClr>
              <a:buSzTx/>
              <a:buNone/>
              <a:tabLst/>
            </a:pPr>
            <a:r>
              <a:rPr lang="en-US" dirty="0"/>
              <a:t>Level 1</a:t>
            </a:r>
          </a:p>
          <a:p>
            <a:pPr lvl="1">
              <a:buClr>
                <a:schemeClr val="accent2"/>
              </a:buClr>
              <a:buFont typeface="Courier New" panose="02070309020205020404" pitchFamily="49" charset="0"/>
              <a:buChar char="o"/>
            </a:pPr>
            <a:r>
              <a:rPr lang="en-US" dirty="0"/>
              <a:t>Level 2</a:t>
            </a:r>
          </a:p>
          <a:p>
            <a:pPr lvl="2">
              <a:buClr>
                <a:schemeClr val="accent1"/>
              </a:buClr>
              <a:buFont typeface="Wingdings" panose="05000000000000000000" pitchFamily="2" charset="2"/>
              <a:buChar char="§"/>
            </a:pPr>
            <a:r>
              <a:rPr lang="en-US" dirty="0"/>
              <a:t>Level 3</a:t>
            </a:r>
          </a:p>
        </p:txBody>
      </p:sp>
      <p:sp>
        <p:nvSpPr>
          <p:cNvPr id="24" name="Text Placeholder 17">
            <a:extLst>
              <a:ext uri="{FF2B5EF4-FFF2-40B4-BE49-F238E27FC236}">
                <a16:creationId xmlns:a16="http://schemas.microsoft.com/office/drawing/2014/main" id="{887B62B7-2DEB-2FFA-A0CA-52E9A7D010DB}"/>
              </a:ext>
            </a:extLst>
          </p:cNvPr>
          <p:cNvSpPr>
            <a:spLocks noGrp="1"/>
          </p:cNvSpPr>
          <p:nvPr>
            <p:ph type="body" sz="quarter" idx="99" hasCustomPrompt="1"/>
          </p:nvPr>
        </p:nvSpPr>
        <p:spPr>
          <a:xfrm>
            <a:off x="3176214" y="2849253"/>
            <a:ext cx="2791573" cy="102199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tIns="90000"/>
          <a:lstStyle>
            <a:lvl1pPr>
              <a:buClr>
                <a:schemeClr val="accent1"/>
              </a:buClr>
              <a:defRPr sz="1050"/>
            </a:lvl1pPr>
            <a:lvl2pPr marL="514350" indent="-171450">
              <a:buClr>
                <a:schemeClr val="accent2"/>
              </a:buClr>
              <a:buFont typeface="Courier New" panose="02070309020205020404" pitchFamily="49" charset="0"/>
              <a:buChar char="o"/>
              <a:defRPr sz="1050"/>
            </a:lvl2pPr>
            <a:lvl3pPr marL="857250" indent="-171450">
              <a:buClr>
                <a:schemeClr val="accent1"/>
              </a:buClr>
              <a:buFont typeface="Wingdings" panose="05000000000000000000" pitchFamily="2" charset="2"/>
              <a:buChar char="§"/>
              <a:defRPr sz="1000"/>
            </a:lvl3pPr>
            <a:lvl4pPr>
              <a:buClr>
                <a:schemeClr val="accent1"/>
              </a:buClr>
              <a:defRPr sz="1000"/>
            </a:lvl4pPr>
            <a:lvl5pPr>
              <a:buClr>
                <a:schemeClr val="accent1"/>
              </a:buClr>
              <a:defRPr sz="1000"/>
            </a:lvl5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IN" dirty="0"/>
              <a:t>This can be used as either bullets/ paragraph</a:t>
            </a:r>
          </a:p>
          <a:p>
            <a:pPr lvl="0"/>
            <a:r>
              <a:rPr lang="en-US" dirty="0"/>
              <a:t>Level 1</a:t>
            </a:r>
          </a:p>
          <a:p>
            <a:pPr lvl="1"/>
            <a:r>
              <a:rPr lang="en-US" dirty="0"/>
              <a:t>Level 2</a:t>
            </a:r>
          </a:p>
          <a:p>
            <a:pPr lvl="2"/>
            <a:r>
              <a:rPr lang="en-US" dirty="0"/>
              <a:t>Level 3</a:t>
            </a:r>
          </a:p>
        </p:txBody>
      </p:sp>
      <p:sp>
        <p:nvSpPr>
          <p:cNvPr id="25" name="Text Placeholder 17">
            <a:extLst>
              <a:ext uri="{FF2B5EF4-FFF2-40B4-BE49-F238E27FC236}">
                <a16:creationId xmlns:a16="http://schemas.microsoft.com/office/drawing/2014/main" id="{B9267FA9-2951-0E72-F03D-3960D01B430E}"/>
              </a:ext>
            </a:extLst>
          </p:cNvPr>
          <p:cNvSpPr>
            <a:spLocks noGrp="1"/>
          </p:cNvSpPr>
          <p:nvPr>
            <p:ph type="body" sz="quarter" idx="100" hasCustomPrompt="1"/>
          </p:nvPr>
        </p:nvSpPr>
        <p:spPr>
          <a:xfrm>
            <a:off x="224247" y="2849253"/>
            <a:ext cx="2791573" cy="102199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tIns="90000"/>
          <a:lstStyle>
            <a:lvl1pPr>
              <a:buClr>
                <a:schemeClr val="accent1"/>
              </a:buClr>
              <a:defRPr sz="1050"/>
            </a:lvl1pPr>
            <a:lvl2pPr marL="514350" indent="-171450">
              <a:buClr>
                <a:schemeClr val="accent2"/>
              </a:buClr>
              <a:buFont typeface="Courier New" panose="02070309020205020404" pitchFamily="49" charset="0"/>
              <a:buChar char="o"/>
              <a:defRPr sz="1050"/>
            </a:lvl2pPr>
            <a:lvl3pPr marL="857250" indent="-171450">
              <a:buClr>
                <a:schemeClr val="accent1"/>
              </a:buClr>
              <a:buFont typeface="Wingdings" panose="05000000000000000000" pitchFamily="2" charset="2"/>
              <a:buChar char="§"/>
              <a:defRPr sz="1000"/>
            </a:lvl3pPr>
            <a:lvl4pPr>
              <a:buClr>
                <a:schemeClr val="accent1"/>
              </a:buClr>
              <a:defRPr sz="1000"/>
            </a:lvl4pPr>
            <a:lvl5pPr>
              <a:buClr>
                <a:schemeClr val="accent1"/>
              </a:buClr>
              <a:defRPr sz="1000"/>
            </a:lvl5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IN" dirty="0"/>
              <a:t>This can be used as either bullets/ paragraph</a:t>
            </a:r>
          </a:p>
          <a:p>
            <a:pPr lvl="0"/>
            <a:r>
              <a:rPr lang="en-US" dirty="0"/>
              <a:t>Level 1</a:t>
            </a:r>
          </a:p>
          <a:p>
            <a:pPr lvl="1"/>
            <a:r>
              <a:rPr lang="en-US" dirty="0"/>
              <a:t>Level 2</a:t>
            </a:r>
          </a:p>
          <a:p>
            <a:pPr lvl="2"/>
            <a:r>
              <a:rPr lang="en-US" dirty="0"/>
              <a:t>Level 3</a:t>
            </a:r>
          </a:p>
        </p:txBody>
      </p:sp>
    </p:spTree>
    <p:extLst>
      <p:ext uri="{BB962C8B-B14F-4D97-AF65-F5344CB8AC3E}">
        <p14:creationId xmlns:p14="http://schemas.microsoft.com/office/powerpoint/2010/main" val="397914763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step/block conten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68">
            <a:extLst>
              <a:ext uri="{FF2B5EF4-FFF2-40B4-BE49-F238E27FC236}">
                <a16:creationId xmlns:a16="http://schemas.microsoft.com/office/drawing/2014/main" id="{7A1C3A82-EED5-2102-A063-DA4D9ED2BFD8}"/>
              </a:ext>
            </a:extLst>
          </p:cNvPr>
          <p:cNvSpPr>
            <a:spLocks noGrp="1"/>
          </p:cNvSpPr>
          <p:nvPr>
            <p:ph type="body" sz="quarter" idx="93" hasCustomPrompt="1"/>
          </p:nvPr>
        </p:nvSpPr>
        <p:spPr>
          <a:xfrm>
            <a:off x="2431777" y="1012769"/>
            <a:ext cx="2074486" cy="2842456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lIns="108000" tIns="108000"/>
          <a:lstStyle>
            <a:lvl1pPr>
              <a:defRPr lang="en-IN" sz="1400" dirty="0">
                <a:solidFill>
                  <a:schemeClr val="accent1"/>
                </a:solidFill>
              </a:defRPr>
            </a:lvl1pPr>
          </a:lstStyle>
          <a:p>
            <a:pPr marL="0" marR="0" lvl="0" indent="0" fontAlgn="auto">
              <a:spcAft>
                <a:spcPts val="0"/>
              </a:spcAft>
              <a:buClrTx/>
              <a:buSzTx/>
              <a:buNone/>
              <a:tabLst/>
            </a:pPr>
            <a:r>
              <a:rPr lang="en-IN"/>
              <a:t>Heading</a:t>
            </a:r>
            <a:endParaRPr lang="en-IN" dirty="0"/>
          </a:p>
        </p:txBody>
      </p:sp>
      <p:sp>
        <p:nvSpPr>
          <p:cNvPr id="31" name="Text Placeholder 68">
            <a:extLst>
              <a:ext uri="{FF2B5EF4-FFF2-40B4-BE49-F238E27FC236}">
                <a16:creationId xmlns:a16="http://schemas.microsoft.com/office/drawing/2014/main" id="{940D6E86-3F30-5047-10FA-5BD1F0869444}"/>
              </a:ext>
            </a:extLst>
          </p:cNvPr>
          <p:cNvSpPr>
            <a:spLocks noGrp="1"/>
          </p:cNvSpPr>
          <p:nvPr>
            <p:ph type="body" sz="quarter" idx="96" hasCustomPrompt="1"/>
          </p:nvPr>
        </p:nvSpPr>
        <p:spPr>
          <a:xfrm>
            <a:off x="4639307" y="1012769"/>
            <a:ext cx="2074486" cy="2842456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lIns="108000" tIns="108000"/>
          <a:lstStyle>
            <a:lvl1pPr>
              <a:defRPr lang="en-IN" sz="1400" dirty="0">
                <a:solidFill>
                  <a:schemeClr val="accent1"/>
                </a:solidFill>
              </a:defRPr>
            </a:lvl1pPr>
          </a:lstStyle>
          <a:p>
            <a:pPr marL="0" marR="0" lvl="0" indent="0" fontAlgn="auto">
              <a:spcAft>
                <a:spcPts val="0"/>
              </a:spcAft>
              <a:buClrTx/>
              <a:buSzTx/>
              <a:buNone/>
              <a:tabLst/>
            </a:pPr>
            <a:r>
              <a:rPr lang="en-IN"/>
              <a:t>Heading</a:t>
            </a:r>
            <a:endParaRPr lang="en-IN" dirty="0"/>
          </a:p>
        </p:txBody>
      </p:sp>
      <p:sp>
        <p:nvSpPr>
          <p:cNvPr id="42" name="Text Placeholder 68">
            <a:extLst>
              <a:ext uri="{FF2B5EF4-FFF2-40B4-BE49-F238E27FC236}">
                <a16:creationId xmlns:a16="http://schemas.microsoft.com/office/drawing/2014/main" id="{B4BF91C3-ACD1-4AD2-EDA3-4EFC2B5586C5}"/>
              </a:ext>
            </a:extLst>
          </p:cNvPr>
          <p:cNvSpPr>
            <a:spLocks noGrp="1"/>
          </p:cNvSpPr>
          <p:nvPr>
            <p:ph type="body" sz="quarter" idx="99" hasCustomPrompt="1"/>
          </p:nvPr>
        </p:nvSpPr>
        <p:spPr>
          <a:xfrm>
            <a:off x="6846837" y="1012769"/>
            <a:ext cx="2074486" cy="2842456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lIns="108000" tIns="108000"/>
          <a:lstStyle>
            <a:lvl1pPr>
              <a:defRPr lang="en-IN" sz="1400" dirty="0">
                <a:solidFill>
                  <a:schemeClr val="accent1"/>
                </a:solidFill>
              </a:defRPr>
            </a:lvl1pPr>
          </a:lstStyle>
          <a:p>
            <a:pPr marL="0" marR="0" lvl="0" indent="0" fontAlgn="auto">
              <a:spcAft>
                <a:spcPts val="0"/>
              </a:spcAft>
              <a:buClrTx/>
              <a:buSzTx/>
              <a:buNone/>
              <a:tabLst/>
            </a:pPr>
            <a:r>
              <a:rPr lang="en-IN"/>
              <a:t>Heading</a:t>
            </a:r>
            <a:endParaRPr lang="en-IN" dirty="0"/>
          </a:p>
        </p:txBody>
      </p:sp>
      <p:sp>
        <p:nvSpPr>
          <p:cNvPr id="80" name="Title 1">
            <a:extLst>
              <a:ext uri="{FF2B5EF4-FFF2-40B4-BE49-F238E27FC236}">
                <a16:creationId xmlns:a16="http://schemas.microsoft.com/office/drawing/2014/main" id="{B64D6BF2-8524-2250-BCAF-2724A61A746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4247" y="188464"/>
            <a:ext cx="8133940" cy="461665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400" b="0" i="0">
                <a:solidFill>
                  <a:schemeClr val="accent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en-IN" dirty="0"/>
              <a:t>3-step/block content slide</a:t>
            </a:r>
            <a:endParaRPr lang="en-US" dirty="0"/>
          </a:p>
        </p:txBody>
      </p:sp>
      <p:sp>
        <p:nvSpPr>
          <p:cNvPr id="3" name="Slide Number Placeholder 6">
            <a:extLst>
              <a:ext uri="{FF2B5EF4-FFF2-40B4-BE49-F238E27FC236}">
                <a16:creationId xmlns:a16="http://schemas.microsoft.com/office/drawing/2014/main" id="{32A92A82-15C7-9B92-C225-7ECE9F27F8DF}"/>
              </a:ext>
            </a:extLst>
          </p:cNvPr>
          <p:cNvSpPr txBox="1">
            <a:spLocks/>
          </p:cNvSpPr>
          <p:nvPr userDrawn="1"/>
        </p:nvSpPr>
        <p:spPr>
          <a:xfrm>
            <a:off x="58948" y="4831563"/>
            <a:ext cx="360098" cy="273844"/>
          </a:xfrm>
          <a:prstGeom prst="rect">
            <a:avLst/>
          </a:prstGeom>
        </p:spPr>
        <p:txBody>
          <a:bodyPr vert="horz" lIns="68580" tIns="34290" rIns="68580" bIns="34290" rtlCol="0" anchor="ctr"/>
          <a:lstStyle>
            <a:defPPr>
              <a:defRPr lang="en-US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2B60C70C-E473-9E49-863B-88FCC598397C}" type="slidenum">
              <a:rPr lang="en-US" sz="1000" smtClean="0">
                <a:solidFill>
                  <a:srgbClr val="EB262A"/>
                </a:solidFill>
              </a:rPr>
              <a:pPr algn="ctr"/>
              <a:t>‹#›</a:t>
            </a:fld>
            <a:endParaRPr lang="en-US" sz="1000" dirty="0">
              <a:solidFill>
                <a:srgbClr val="EB262A"/>
              </a:solidFill>
            </a:endParaRP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3E8A5859-5BB5-34F5-FDDA-5FA921FE0829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38351" y="4865781"/>
            <a:ext cx="797806" cy="216000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6C4B89C0-BB80-2B69-06E7-26468F537205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609" r="21970" b="-6351"/>
          <a:stretch/>
        </p:blipFill>
        <p:spPr>
          <a:xfrm>
            <a:off x="482385" y="4869686"/>
            <a:ext cx="7686676" cy="197599"/>
          </a:xfrm>
          <a:prstGeom prst="rect">
            <a:avLst/>
          </a:prstGeom>
        </p:spPr>
      </p:pic>
      <p:sp>
        <p:nvSpPr>
          <p:cNvPr id="38" name="Text Placeholder 68">
            <a:extLst>
              <a:ext uri="{FF2B5EF4-FFF2-40B4-BE49-F238E27FC236}">
                <a16:creationId xmlns:a16="http://schemas.microsoft.com/office/drawing/2014/main" id="{EA418316-43D1-38ED-8389-0B37E15A10AC}"/>
              </a:ext>
            </a:extLst>
          </p:cNvPr>
          <p:cNvSpPr>
            <a:spLocks noGrp="1"/>
          </p:cNvSpPr>
          <p:nvPr>
            <p:ph type="body" sz="quarter" idx="76" hasCustomPrompt="1"/>
          </p:nvPr>
        </p:nvSpPr>
        <p:spPr>
          <a:xfrm>
            <a:off x="224247" y="2522621"/>
            <a:ext cx="2072917" cy="133260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100">
                <a:solidFill>
                  <a:schemeClr val="accent2"/>
                </a:solidFill>
              </a:defRPr>
            </a:lvl1pPr>
            <a:lvl2pPr marL="342900" indent="0">
              <a:buNone/>
              <a:defRPr/>
            </a:lvl2pPr>
            <a:lvl3pPr marL="685800" indent="0">
              <a:buNone/>
              <a:defRPr/>
            </a:lvl3pPr>
            <a:lvl4pPr marL="1028700" indent="0">
              <a:buNone/>
              <a:defRPr/>
            </a:lvl4pPr>
            <a:lvl5pPr marL="1371600" indent="0">
              <a:buNone/>
              <a:defRPr/>
            </a:lvl5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IN" dirty="0"/>
              <a:t>Description</a:t>
            </a:r>
          </a:p>
        </p:txBody>
      </p:sp>
      <p:sp>
        <p:nvSpPr>
          <p:cNvPr id="39" name="Text Placeholder 68">
            <a:extLst>
              <a:ext uri="{FF2B5EF4-FFF2-40B4-BE49-F238E27FC236}">
                <a16:creationId xmlns:a16="http://schemas.microsoft.com/office/drawing/2014/main" id="{B6C03FD3-70DF-BD0B-86CE-A23B2B3C8C60}"/>
              </a:ext>
            </a:extLst>
          </p:cNvPr>
          <p:cNvSpPr>
            <a:spLocks noGrp="1"/>
          </p:cNvSpPr>
          <p:nvPr>
            <p:ph type="body" sz="quarter" idx="78" hasCustomPrompt="1"/>
          </p:nvPr>
        </p:nvSpPr>
        <p:spPr>
          <a:xfrm>
            <a:off x="224247" y="1018265"/>
            <a:ext cx="2072917" cy="142891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>
                <a:solidFill>
                  <a:schemeClr val="accent2"/>
                </a:solidFill>
              </a:defRPr>
            </a:lvl1pPr>
            <a:lvl2pPr marL="342900" indent="0">
              <a:buNone/>
              <a:defRPr/>
            </a:lvl2pPr>
            <a:lvl3pPr marL="685800" indent="0">
              <a:buNone/>
              <a:defRPr/>
            </a:lvl3pPr>
            <a:lvl4pPr marL="1028700" indent="0">
              <a:buNone/>
              <a:defRPr/>
            </a:lvl4pPr>
            <a:lvl5pPr marL="1371600" indent="0">
              <a:buNone/>
              <a:defRPr/>
            </a:lvl5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IN" dirty="0"/>
              <a:t>Description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1EF2929-B831-EB2E-7594-05576BDE6D4C}"/>
              </a:ext>
            </a:extLst>
          </p:cNvPr>
          <p:cNvSpPr/>
          <p:nvPr userDrawn="1"/>
        </p:nvSpPr>
        <p:spPr>
          <a:xfrm>
            <a:off x="0" y="3996406"/>
            <a:ext cx="9144000" cy="711399"/>
          </a:xfrm>
          <a:prstGeom prst="rect">
            <a:avLst/>
          </a:prstGeom>
          <a:solidFill>
            <a:srgbClr val="EB26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13" dirty="0">
              <a:solidFill>
                <a:srgbClr val="EB262A"/>
              </a:solidFill>
            </a:endParaRP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64752B64-F720-D0DD-BB96-8C8A60FA55B1}"/>
              </a:ext>
            </a:extLst>
          </p:cNvPr>
          <p:cNvSpPr>
            <a:spLocks noGrp="1"/>
          </p:cNvSpPr>
          <p:nvPr userDrawn="1">
            <p:ph type="body" sz="quarter" idx="79" hasCustomPrompt="1"/>
          </p:nvPr>
        </p:nvSpPr>
        <p:spPr>
          <a:xfrm>
            <a:off x="273545" y="4116150"/>
            <a:ext cx="7556808" cy="471911"/>
          </a:xfrm>
          <a:prstGeom prst="rect">
            <a:avLst/>
          </a:prstGeom>
        </p:spPr>
        <p:txBody>
          <a:bodyPr anchor="ctr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</a:defRPr>
            </a:lvl1pPr>
            <a:lvl2pPr marL="342900" indent="0">
              <a:buNone/>
              <a:defRPr>
                <a:solidFill>
                  <a:schemeClr val="bg1"/>
                </a:solidFill>
              </a:defRPr>
            </a:lvl2pPr>
            <a:lvl3pPr marL="685800" indent="0">
              <a:buNone/>
              <a:defRPr>
                <a:solidFill>
                  <a:schemeClr val="bg1"/>
                </a:solidFill>
              </a:defRPr>
            </a:lvl3pPr>
            <a:lvl4pPr marL="1028700" indent="0">
              <a:buNone/>
              <a:defRPr>
                <a:solidFill>
                  <a:schemeClr val="bg1"/>
                </a:solidFill>
              </a:defRPr>
            </a:lvl4pPr>
            <a:lvl5pPr marL="13716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Highlighted text to make a point/impact</a:t>
            </a:r>
            <a:endParaRPr lang="en-IN" dirty="0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2BDB014A-FC2E-C04A-B9EC-365B23BC17BB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358187" y="-1"/>
            <a:ext cx="785814" cy="785814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A1E60AB8-0F66-2CAD-99DD-832217108E66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076448" y="3996406"/>
            <a:ext cx="1067552" cy="712800"/>
          </a:xfrm>
          <a:prstGeom prst="rect">
            <a:avLst/>
          </a:prstGeom>
        </p:spPr>
      </p:pic>
      <p:sp>
        <p:nvSpPr>
          <p:cNvPr id="13" name="Text Placeholder 17">
            <a:extLst>
              <a:ext uri="{FF2B5EF4-FFF2-40B4-BE49-F238E27FC236}">
                <a16:creationId xmlns:a16="http://schemas.microsoft.com/office/drawing/2014/main" id="{646D0D32-D00D-CEF5-1361-206C39050AE5}"/>
              </a:ext>
            </a:extLst>
          </p:cNvPr>
          <p:cNvSpPr>
            <a:spLocks noGrp="1"/>
          </p:cNvSpPr>
          <p:nvPr userDrawn="1">
            <p:ph type="body" sz="quarter" idx="34" hasCustomPrompt="1"/>
          </p:nvPr>
        </p:nvSpPr>
        <p:spPr>
          <a:xfrm>
            <a:off x="2535257" y="1424940"/>
            <a:ext cx="1867526" cy="2346961"/>
          </a:xfrm>
          <a:prstGeom prst="rect">
            <a:avLst/>
          </a:prstGeom>
          <a:noFill/>
          <a:ln>
            <a:noFill/>
          </a:ln>
        </p:spPr>
        <p:txBody>
          <a:bodyPr tIns="90000"/>
          <a:lstStyle>
            <a:lvl1pPr>
              <a:buClr>
                <a:schemeClr val="accent1"/>
              </a:buClr>
              <a:defRPr sz="1050"/>
            </a:lvl1pPr>
            <a:lvl2pPr marL="514350" indent="-171450">
              <a:buClr>
                <a:schemeClr val="accent2"/>
              </a:buClr>
              <a:buFont typeface="Courier New" panose="02070309020205020404" pitchFamily="49" charset="0"/>
              <a:buChar char="o"/>
              <a:defRPr sz="1050"/>
            </a:lvl2pPr>
            <a:lvl3pPr marL="857250" indent="-171450">
              <a:buClr>
                <a:schemeClr val="accent1"/>
              </a:buClr>
              <a:buFont typeface="Wingdings" panose="05000000000000000000" pitchFamily="2" charset="2"/>
              <a:buChar char="§"/>
              <a:defRPr sz="1000"/>
            </a:lvl3pPr>
            <a:lvl4pPr>
              <a:buClr>
                <a:schemeClr val="accent1"/>
              </a:buClr>
              <a:defRPr sz="1000"/>
            </a:lvl4pPr>
            <a:lvl5pPr>
              <a:buClr>
                <a:schemeClr val="accent1"/>
              </a:buClr>
              <a:defRPr sz="1000"/>
            </a:lvl5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IN" dirty="0"/>
              <a:t>This can be used as either bullets/ paragraph</a:t>
            </a:r>
          </a:p>
          <a:p>
            <a:pPr lvl="0"/>
            <a:r>
              <a:rPr lang="en-US" dirty="0"/>
              <a:t>Level 1</a:t>
            </a:r>
          </a:p>
          <a:p>
            <a:pPr lvl="1"/>
            <a:r>
              <a:rPr lang="en-US" dirty="0"/>
              <a:t>Level 2</a:t>
            </a:r>
          </a:p>
          <a:p>
            <a:pPr lvl="2"/>
            <a:r>
              <a:rPr lang="en-US" dirty="0"/>
              <a:t>Level 3</a:t>
            </a:r>
          </a:p>
        </p:txBody>
      </p:sp>
      <p:sp>
        <p:nvSpPr>
          <p:cNvPr id="20" name="Text Placeholder 17">
            <a:extLst>
              <a:ext uri="{FF2B5EF4-FFF2-40B4-BE49-F238E27FC236}">
                <a16:creationId xmlns:a16="http://schemas.microsoft.com/office/drawing/2014/main" id="{C48FD5CB-7C5E-A765-7545-1BE29F278130}"/>
              </a:ext>
            </a:extLst>
          </p:cNvPr>
          <p:cNvSpPr>
            <a:spLocks noGrp="1"/>
          </p:cNvSpPr>
          <p:nvPr>
            <p:ph type="body" sz="quarter" idx="95" hasCustomPrompt="1"/>
          </p:nvPr>
        </p:nvSpPr>
        <p:spPr>
          <a:xfrm>
            <a:off x="4742787" y="1424940"/>
            <a:ext cx="1867526" cy="2346961"/>
          </a:xfrm>
          <a:prstGeom prst="rect">
            <a:avLst/>
          </a:prstGeom>
          <a:noFill/>
          <a:ln>
            <a:noFill/>
          </a:ln>
        </p:spPr>
        <p:txBody>
          <a:bodyPr tIns="90000"/>
          <a:lstStyle>
            <a:lvl1pPr>
              <a:buClr>
                <a:schemeClr val="accent1"/>
              </a:buClr>
              <a:defRPr sz="1050"/>
            </a:lvl1pPr>
            <a:lvl2pPr marL="514350" indent="-171450">
              <a:buClr>
                <a:schemeClr val="accent2"/>
              </a:buClr>
              <a:buFont typeface="Courier New" panose="02070309020205020404" pitchFamily="49" charset="0"/>
              <a:buChar char="o"/>
              <a:defRPr sz="1050"/>
            </a:lvl2pPr>
            <a:lvl3pPr marL="857250" indent="-171450">
              <a:buClr>
                <a:schemeClr val="accent1"/>
              </a:buClr>
              <a:buFont typeface="Wingdings" panose="05000000000000000000" pitchFamily="2" charset="2"/>
              <a:buChar char="§"/>
              <a:defRPr sz="1000"/>
            </a:lvl3pPr>
            <a:lvl4pPr>
              <a:buClr>
                <a:schemeClr val="accent1"/>
              </a:buClr>
              <a:defRPr sz="1000"/>
            </a:lvl4pPr>
            <a:lvl5pPr>
              <a:buClr>
                <a:schemeClr val="accent1"/>
              </a:buClr>
              <a:defRPr sz="1000"/>
            </a:lvl5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IN" dirty="0"/>
              <a:t>This can be used as either bullets/ paragraph</a:t>
            </a:r>
          </a:p>
          <a:p>
            <a:pPr lvl="0"/>
            <a:r>
              <a:rPr lang="en-US" dirty="0"/>
              <a:t>Level 1</a:t>
            </a:r>
          </a:p>
          <a:p>
            <a:pPr lvl="1"/>
            <a:r>
              <a:rPr lang="en-US" dirty="0"/>
              <a:t>Level 2</a:t>
            </a:r>
          </a:p>
          <a:p>
            <a:pPr lvl="2"/>
            <a:r>
              <a:rPr lang="en-US" dirty="0"/>
              <a:t>Level 3</a:t>
            </a:r>
          </a:p>
        </p:txBody>
      </p:sp>
      <p:sp>
        <p:nvSpPr>
          <p:cNvPr id="41" name="Text Placeholder 17">
            <a:extLst>
              <a:ext uri="{FF2B5EF4-FFF2-40B4-BE49-F238E27FC236}">
                <a16:creationId xmlns:a16="http://schemas.microsoft.com/office/drawing/2014/main" id="{ABCDCF23-A491-5D99-4C7F-E9832845D8AF}"/>
              </a:ext>
            </a:extLst>
          </p:cNvPr>
          <p:cNvSpPr>
            <a:spLocks noGrp="1"/>
          </p:cNvSpPr>
          <p:nvPr>
            <p:ph type="body" sz="quarter" idx="98" hasCustomPrompt="1"/>
          </p:nvPr>
        </p:nvSpPr>
        <p:spPr>
          <a:xfrm>
            <a:off x="6950317" y="1424940"/>
            <a:ext cx="1867526" cy="2346961"/>
          </a:xfrm>
          <a:prstGeom prst="rect">
            <a:avLst/>
          </a:prstGeom>
          <a:noFill/>
          <a:ln>
            <a:noFill/>
          </a:ln>
        </p:spPr>
        <p:txBody>
          <a:bodyPr tIns="90000"/>
          <a:lstStyle>
            <a:lvl1pPr>
              <a:buClr>
                <a:schemeClr val="accent1"/>
              </a:buClr>
              <a:defRPr sz="1050"/>
            </a:lvl1pPr>
            <a:lvl2pPr marL="514350" indent="-171450">
              <a:buClr>
                <a:schemeClr val="accent2"/>
              </a:buClr>
              <a:buFont typeface="Courier New" panose="02070309020205020404" pitchFamily="49" charset="0"/>
              <a:buChar char="o"/>
              <a:defRPr sz="1050"/>
            </a:lvl2pPr>
            <a:lvl3pPr marL="857250" indent="-171450">
              <a:buClr>
                <a:schemeClr val="accent1"/>
              </a:buClr>
              <a:buFont typeface="Wingdings" panose="05000000000000000000" pitchFamily="2" charset="2"/>
              <a:buChar char="§"/>
              <a:defRPr sz="1000"/>
            </a:lvl3pPr>
            <a:lvl4pPr>
              <a:buClr>
                <a:schemeClr val="accent1"/>
              </a:buClr>
              <a:defRPr sz="1000"/>
            </a:lvl4pPr>
            <a:lvl5pPr>
              <a:buClr>
                <a:schemeClr val="accent1"/>
              </a:buClr>
              <a:defRPr sz="1000"/>
            </a:lvl5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IN" dirty="0"/>
              <a:t>This can be used as either bullets/ paragraph</a:t>
            </a:r>
          </a:p>
          <a:p>
            <a:pPr lvl="0"/>
            <a:r>
              <a:rPr lang="en-US" dirty="0"/>
              <a:t>Level 1</a:t>
            </a:r>
          </a:p>
          <a:p>
            <a:pPr lvl="1"/>
            <a:r>
              <a:rPr lang="en-US" dirty="0"/>
              <a:t>Level 2</a:t>
            </a:r>
          </a:p>
          <a:p>
            <a:pPr lvl="2"/>
            <a:r>
              <a:rPr lang="en-US" dirty="0"/>
              <a:t>Level 3</a:t>
            </a:r>
          </a:p>
        </p:txBody>
      </p:sp>
    </p:spTree>
    <p:extLst>
      <p:ext uri="{BB962C8B-B14F-4D97-AF65-F5344CB8AC3E}">
        <p14:creationId xmlns:p14="http://schemas.microsoft.com/office/powerpoint/2010/main" val="235393276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-step/block conten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68">
            <a:extLst>
              <a:ext uri="{FF2B5EF4-FFF2-40B4-BE49-F238E27FC236}">
                <a16:creationId xmlns:a16="http://schemas.microsoft.com/office/drawing/2014/main" id="{7C73496C-18AE-993C-3A47-143530F45A4A}"/>
              </a:ext>
            </a:extLst>
          </p:cNvPr>
          <p:cNvSpPr>
            <a:spLocks noGrp="1"/>
          </p:cNvSpPr>
          <p:nvPr>
            <p:ph type="body" sz="quarter" idx="99" hasCustomPrompt="1"/>
          </p:nvPr>
        </p:nvSpPr>
        <p:spPr>
          <a:xfrm>
            <a:off x="5724000" y="2493842"/>
            <a:ext cx="3197323" cy="1361383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lIns="108000" tIns="108000"/>
          <a:lstStyle>
            <a:lvl1pPr>
              <a:defRPr lang="en-IN" sz="1400" dirty="0">
                <a:solidFill>
                  <a:schemeClr val="accent1"/>
                </a:solidFill>
              </a:defRPr>
            </a:lvl1pPr>
          </a:lstStyle>
          <a:p>
            <a:pPr marL="0" marR="0" lvl="0" indent="0" fontAlgn="auto">
              <a:spcAft>
                <a:spcPts val="0"/>
              </a:spcAft>
              <a:buClrTx/>
              <a:buSzTx/>
              <a:buNone/>
              <a:tabLst/>
            </a:pPr>
            <a:r>
              <a:rPr lang="en-IN"/>
              <a:t>Heading</a:t>
            </a:r>
            <a:endParaRPr lang="en-IN" dirty="0"/>
          </a:p>
        </p:txBody>
      </p:sp>
      <p:sp>
        <p:nvSpPr>
          <p:cNvPr id="13" name="Text Placeholder 68">
            <a:extLst>
              <a:ext uri="{FF2B5EF4-FFF2-40B4-BE49-F238E27FC236}">
                <a16:creationId xmlns:a16="http://schemas.microsoft.com/office/drawing/2014/main" id="{289D848A-3DF9-18C7-39E3-0EB69526AF1E}"/>
              </a:ext>
            </a:extLst>
          </p:cNvPr>
          <p:cNvSpPr>
            <a:spLocks noGrp="1"/>
          </p:cNvSpPr>
          <p:nvPr>
            <p:ph type="body" sz="quarter" idx="93" hasCustomPrompt="1"/>
          </p:nvPr>
        </p:nvSpPr>
        <p:spPr>
          <a:xfrm>
            <a:off x="2431777" y="2493842"/>
            <a:ext cx="3197323" cy="1361383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lIns="108000" tIns="108000"/>
          <a:lstStyle>
            <a:lvl1pPr>
              <a:defRPr lang="en-IN" sz="1400" dirty="0">
                <a:solidFill>
                  <a:schemeClr val="accent1"/>
                </a:solidFill>
              </a:defRPr>
            </a:lvl1pPr>
          </a:lstStyle>
          <a:p>
            <a:pPr marL="0" marR="0" lvl="0" indent="0" fontAlgn="auto">
              <a:spcAft>
                <a:spcPts val="0"/>
              </a:spcAft>
              <a:buClrTx/>
              <a:buSzTx/>
              <a:buNone/>
              <a:tabLst/>
            </a:pPr>
            <a:r>
              <a:rPr lang="en-IN"/>
              <a:t>Heading</a:t>
            </a:r>
            <a:endParaRPr lang="en-IN" dirty="0"/>
          </a:p>
        </p:txBody>
      </p:sp>
      <p:sp>
        <p:nvSpPr>
          <p:cNvPr id="16" name="Text Placeholder 68">
            <a:extLst>
              <a:ext uri="{FF2B5EF4-FFF2-40B4-BE49-F238E27FC236}">
                <a16:creationId xmlns:a16="http://schemas.microsoft.com/office/drawing/2014/main" id="{7272E7C3-B26C-F8EF-4DCE-E251E87A4AA7}"/>
              </a:ext>
            </a:extLst>
          </p:cNvPr>
          <p:cNvSpPr>
            <a:spLocks noGrp="1"/>
          </p:cNvSpPr>
          <p:nvPr>
            <p:ph type="body" sz="quarter" idx="100" hasCustomPrompt="1"/>
          </p:nvPr>
        </p:nvSpPr>
        <p:spPr>
          <a:xfrm>
            <a:off x="5724000" y="1012769"/>
            <a:ext cx="3197323" cy="1361383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lIns="108000" tIns="108000"/>
          <a:lstStyle>
            <a:lvl1pPr>
              <a:defRPr lang="en-IN" sz="1400" dirty="0">
                <a:solidFill>
                  <a:schemeClr val="accent1"/>
                </a:solidFill>
              </a:defRPr>
            </a:lvl1pPr>
          </a:lstStyle>
          <a:p>
            <a:pPr marL="0" marR="0" lvl="0" indent="0" fontAlgn="auto">
              <a:spcAft>
                <a:spcPts val="0"/>
              </a:spcAft>
              <a:buClrTx/>
              <a:buSzTx/>
              <a:buNone/>
              <a:tabLst/>
            </a:pPr>
            <a:r>
              <a:rPr lang="en-IN"/>
              <a:t>Heading</a:t>
            </a:r>
            <a:endParaRPr lang="en-IN" dirty="0"/>
          </a:p>
        </p:txBody>
      </p:sp>
      <p:sp>
        <p:nvSpPr>
          <p:cNvPr id="17" name="Text Placeholder 68">
            <a:extLst>
              <a:ext uri="{FF2B5EF4-FFF2-40B4-BE49-F238E27FC236}">
                <a16:creationId xmlns:a16="http://schemas.microsoft.com/office/drawing/2014/main" id="{4E400276-7FE3-70E6-DF18-2EC541F124F0}"/>
              </a:ext>
            </a:extLst>
          </p:cNvPr>
          <p:cNvSpPr>
            <a:spLocks noGrp="1"/>
          </p:cNvSpPr>
          <p:nvPr>
            <p:ph type="body" sz="quarter" idx="101" hasCustomPrompt="1"/>
          </p:nvPr>
        </p:nvSpPr>
        <p:spPr>
          <a:xfrm>
            <a:off x="2431777" y="1012769"/>
            <a:ext cx="3197323" cy="1361383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lIns="108000" tIns="108000"/>
          <a:lstStyle>
            <a:lvl1pPr>
              <a:defRPr lang="en-IN" sz="1400" dirty="0">
                <a:solidFill>
                  <a:schemeClr val="accent1"/>
                </a:solidFill>
              </a:defRPr>
            </a:lvl1pPr>
          </a:lstStyle>
          <a:p>
            <a:pPr marL="0" marR="0" lvl="0" indent="0" fontAlgn="auto">
              <a:spcAft>
                <a:spcPts val="0"/>
              </a:spcAft>
              <a:buClrTx/>
              <a:buSzTx/>
              <a:buNone/>
              <a:tabLst/>
            </a:pPr>
            <a:r>
              <a:rPr lang="en-IN"/>
              <a:t>Heading</a:t>
            </a:r>
            <a:endParaRPr lang="en-IN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6FB96F-990E-FF2A-6AA1-21559667C261}"/>
              </a:ext>
            </a:extLst>
          </p:cNvPr>
          <p:cNvSpPr txBox="1">
            <a:spLocks/>
          </p:cNvSpPr>
          <p:nvPr userDrawn="1"/>
        </p:nvSpPr>
        <p:spPr>
          <a:xfrm>
            <a:off x="58948" y="4831563"/>
            <a:ext cx="360098" cy="273844"/>
          </a:xfrm>
          <a:prstGeom prst="rect">
            <a:avLst/>
          </a:prstGeom>
        </p:spPr>
        <p:txBody>
          <a:bodyPr vert="horz" lIns="68580" tIns="34290" rIns="68580" bIns="34290" rtlCol="0" anchor="ctr"/>
          <a:lstStyle>
            <a:defPPr>
              <a:defRPr lang="en-US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2B60C70C-E473-9E49-863B-88FCC598397C}" type="slidenum">
              <a:rPr lang="en-US" sz="1000" smtClean="0">
                <a:solidFill>
                  <a:srgbClr val="EB262A"/>
                </a:solidFill>
              </a:rPr>
              <a:pPr algn="ctr"/>
              <a:t>‹#›</a:t>
            </a:fld>
            <a:endParaRPr lang="en-US" sz="1000" dirty="0">
              <a:solidFill>
                <a:srgbClr val="EB262A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1823AE4D-41BA-C2BF-D6D3-F0B9B3D73F69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38351" y="4865781"/>
            <a:ext cx="797806" cy="216000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FD8E3703-E9AD-B999-F4B5-7FF77A5819ED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609" r="21970" b="-6351"/>
          <a:stretch/>
        </p:blipFill>
        <p:spPr>
          <a:xfrm>
            <a:off x="482385" y="4869686"/>
            <a:ext cx="7686676" cy="197599"/>
          </a:xfrm>
          <a:prstGeom prst="rect">
            <a:avLst/>
          </a:prstGeom>
        </p:spPr>
      </p:pic>
      <p:sp>
        <p:nvSpPr>
          <p:cNvPr id="23" name="Title 1">
            <a:extLst>
              <a:ext uri="{FF2B5EF4-FFF2-40B4-BE49-F238E27FC236}">
                <a16:creationId xmlns:a16="http://schemas.microsoft.com/office/drawing/2014/main" id="{EA485F36-4894-E308-2AD7-7F9CAB603926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224247" y="188464"/>
            <a:ext cx="8133940" cy="461665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400" b="0" i="0">
                <a:solidFill>
                  <a:schemeClr val="accent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en-IN" dirty="0"/>
              <a:t>4-step/block content slide</a:t>
            </a:r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E9D5921-4354-1D80-56C3-FCB7D3F7E4E5}"/>
              </a:ext>
            </a:extLst>
          </p:cNvPr>
          <p:cNvSpPr/>
          <p:nvPr userDrawn="1"/>
        </p:nvSpPr>
        <p:spPr>
          <a:xfrm>
            <a:off x="0" y="3996406"/>
            <a:ext cx="9144000" cy="711399"/>
          </a:xfrm>
          <a:prstGeom prst="rect">
            <a:avLst/>
          </a:prstGeom>
          <a:solidFill>
            <a:srgbClr val="EB26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13" dirty="0">
              <a:solidFill>
                <a:srgbClr val="EB262A"/>
              </a:solidFill>
            </a:endParaRP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46634095-B271-9DC0-F11D-16F3E0A5819E}"/>
              </a:ext>
            </a:extLst>
          </p:cNvPr>
          <p:cNvSpPr>
            <a:spLocks noGrp="1"/>
          </p:cNvSpPr>
          <p:nvPr userDrawn="1">
            <p:ph type="body" sz="quarter" idx="85" hasCustomPrompt="1"/>
          </p:nvPr>
        </p:nvSpPr>
        <p:spPr>
          <a:xfrm>
            <a:off x="273545" y="4116150"/>
            <a:ext cx="7556808" cy="471911"/>
          </a:xfrm>
          <a:prstGeom prst="rect">
            <a:avLst/>
          </a:prstGeom>
        </p:spPr>
        <p:txBody>
          <a:bodyPr anchor="ctr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</a:defRPr>
            </a:lvl1pPr>
            <a:lvl2pPr marL="342900" indent="0">
              <a:buNone/>
              <a:defRPr>
                <a:solidFill>
                  <a:schemeClr val="bg1"/>
                </a:solidFill>
              </a:defRPr>
            </a:lvl2pPr>
            <a:lvl3pPr marL="685800" indent="0">
              <a:buNone/>
              <a:defRPr>
                <a:solidFill>
                  <a:schemeClr val="bg1"/>
                </a:solidFill>
              </a:defRPr>
            </a:lvl3pPr>
            <a:lvl4pPr marL="1028700" indent="0">
              <a:buNone/>
              <a:defRPr>
                <a:solidFill>
                  <a:schemeClr val="bg1"/>
                </a:solidFill>
              </a:defRPr>
            </a:lvl4pPr>
            <a:lvl5pPr marL="13716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Highlighted text to make a point/impact</a:t>
            </a:r>
            <a:endParaRPr lang="en-IN" dirty="0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5CD37C37-DB36-B04E-C9E0-17A55E6E218A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358187" y="-1"/>
            <a:ext cx="785814" cy="785814"/>
          </a:xfrm>
          <a:prstGeom prst="rect">
            <a:avLst/>
          </a:prstGeom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AB20CDB9-55F2-F5D0-5B45-DA6AFEE15601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076448" y="3996406"/>
            <a:ext cx="1067552" cy="712800"/>
          </a:xfrm>
          <a:prstGeom prst="rect">
            <a:avLst/>
          </a:prstGeom>
        </p:spPr>
      </p:pic>
      <p:sp>
        <p:nvSpPr>
          <p:cNvPr id="25" name="Text Placeholder 68">
            <a:extLst>
              <a:ext uri="{FF2B5EF4-FFF2-40B4-BE49-F238E27FC236}">
                <a16:creationId xmlns:a16="http://schemas.microsoft.com/office/drawing/2014/main" id="{360E8451-FADE-259B-890B-52E7566A6D83}"/>
              </a:ext>
            </a:extLst>
          </p:cNvPr>
          <p:cNvSpPr>
            <a:spLocks noGrp="1"/>
          </p:cNvSpPr>
          <p:nvPr>
            <p:ph type="body" sz="quarter" idx="76" hasCustomPrompt="1"/>
          </p:nvPr>
        </p:nvSpPr>
        <p:spPr>
          <a:xfrm>
            <a:off x="224247" y="2522621"/>
            <a:ext cx="2072917" cy="133260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100">
                <a:solidFill>
                  <a:schemeClr val="accent2"/>
                </a:solidFill>
              </a:defRPr>
            </a:lvl1pPr>
            <a:lvl2pPr marL="342900" indent="0">
              <a:buNone/>
              <a:defRPr/>
            </a:lvl2pPr>
            <a:lvl3pPr marL="685800" indent="0">
              <a:buNone/>
              <a:defRPr/>
            </a:lvl3pPr>
            <a:lvl4pPr marL="1028700" indent="0">
              <a:buNone/>
              <a:defRPr/>
            </a:lvl4pPr>
            <a:lvl5pPr marL="1371600" indent="0">
              <a:buNone/>
              <a:defRPr/>
            </a:lvl5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IN" dirty="0"/>
              <a:t>Description</a:t>
            </a:r>
          </a:p>
        </p:txBody>
      </p:sp>
      <p:sp>
        <p:nvSpPr>
          <p:cNvPr id="26" name="Text Placeholder 68">
            <a:extLst>
              <a:ext uri="{FF2B5EF4-FFF2-40B4-BE49-F238E27FC236}">
                <a16:creationId xmlns:a16="http://schemas.microsoft.com/office/drawing/2014/main" id="{3EAD2FD5-AB26-E4C3-4E9A-F93E99E30A1D}"/>
              </a:ext>
            </a:extLst>
          </p:cNvPr>
          <p:cNvSpPr>
            <a:spLocks noGrp="1"/>
          </p:cNvSpPr>
          <p:nvPr>
            <p:ph type="body" sz="quarter" idx="78" hasCustomPrompt="1"/>
          </p:nvPr>
        </p:nvSpPr>
        <p:spPr>
          <a:xfrm>
            <a:off x="224247" y="1018265"/>
            <a:ext cx="2072917" cy="142891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>
                <a:solidFill>
                  <a:schemeClr val="accent2"/>
                </a:solidFill>
              </a:defRPr>
            </a:lvl1pPr>
            <a:lvl2pPr marL="342900" indent="0">
              <a:buNone/>
              <a:defRPr/>
            </a:lvl2pPr>
            <a:lvl3pPr marL="685800" indent="0">
              <a:buNone/>
              <a:defRPr/>
            </a:lvl3pPr>
            <a:lvl4pPr marL="1028700" indent="0">
              <a:buNone/>
              <a:defRPr/>
            </a:lvl4pPr>
            <a:lvl5pPr marL="1371600" indent="0">
              <a:buNone/>
              <a:defRPr/>
            </a:lvl5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IN" dirty="0"/>
              <a:t>Description</a:t>
            </a:r>
          </a:p>
        </p:txBody>
      </p:sp>
      <p:sp>
        <p:nvSpPr>
          <p:cNvPr id="28" name="Text Placeholder 17">
            <a:extLst>
              <a:ext uri="{FF2B5EF4-FFF2-40B4-BE49-F238E27FC236}">
                <a16:creationId xmlns:a16="http://schemas.microsoft.com/office/drawing/2014/main" id="{46D636BD-157B-2C84-0292-9A05904F56AB}"/>
              </a:ext>
            </a:extLst>
          </p:cNvPr>
          <p:cNvSpPr>
            <a:spLocks noGrp="1"/>
          </p:cNvSpPr>
          <p:nvPr>
            <p:ph type="body" sz="quarter" idx="124" hasCustomPrompt="1"/>
          </p:nvPr>
        </p:nvSpPr>
        <p:spPr>
          <a:xfrm>
            <a:off x="2504711" y="1371824"/>
            <a:ext cx="3057889" cy="712706"/>
          </a:xfrm>
          <a:prstGeom prst="rect">
            <a:avLst/>
          </a:prstGeom>
          <a:noFill/>
          <a:ln>
            <a:noFill/>
          </a:ln>
        </p:spPr>
        <p:txBody>
          <a:bodyPr tIns="90000"/>
          <a:lstStyle>
            <a:lvl1pPr>
              <a:buClr>
                <a:schemeClr val="accent1"/>
              </a:buClr>
              <a:defRPr sz="1050"/>
            </a:lvl1pPr>
            <a:lvl2pPr marL="514350" indent="-171450">
              <a:buClr>
                <a:schemeClr val="accent2"/>
              </a:buClr>
              <a:buFont typeface="Courier New" panose="02070309020205020404" pitchFamily="49" charset="0"/>
              <a:buChar char="o"/>
              <a:defRPr sz="1050"/>
            </a:lvl2pPr>
            <a:lvl3pPr marL="857250" indent="-171450">
              <a:buClr>
                <a:schemeClr val="accent1"/>
              </a:buClr>
              <a:buFont typeface="Wingdings" panose="05000000000000000000" pitchFamily="2" charset="2"/>
              <a:buChar char="§"/>
              <a:defRPr sz="1000"/>
            </a:lvl3pPr>
            <a:lvl4pPr>
              <a:buClr>
                <a:schemeClr val="accent1"/>
              </a:buClr>
              <a:defRPr sz="1000"/>
            </a:lvl4pPr>
            <a:lvl5pPr>
              <a:buClr>
                <a:schemeClr val="accent1"/>
              </a:buClr>
              <a:defRPr sz="1000"/>
            </a:lvl5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IN" dirty="0"/>
              <a:t>This can be used as either bullets/ paragraph</a:t>
            </a:r>
          </a:p>
          <a:p>
            <a:pPr lvl="0"/>
            <a:r>
              <a:rPr lang="en-US" dirty="0"/>
              <a:t>Level 1</a:t>
            </a:r>
          </a:p>
          <a:p>
            <a:pPr lvl="1"/>
            <a:r>
              <a:rPr lang="en-US" dirty="0"/>
              <a:t>Level 2</a:t>
            </a:r>
          </a:p>
          <a:p>
            <a:pPr lvl="1"/>
            <a:endParaRPr lang="en-US" dirty="0"/>
          </a:p>
        </p:txBody>
      </p:sp>
      <p:sp>
        <p:nvSpPr>
          <p:cNvPr id="30" name="Text Placeholder 17">
            <a:extLst>
              <a:ext uri="{FF2B5EF4-FFF2-40B4-BE49-F238E27FC236}">
                <a16:creationId xmlns:a16="http://schemas.microsoft.com/office/drawing/2014/main" id="{1B5BB14B-0C93-69E7-FEEC-4FF95A86E100}"/>
              </a:ext>
            </a:extLst>
          </p:cNvPr>
          <p:cNvSpPr>
            <a:spLocks noGrp="1"/>
          </p:cNvSpPr>
          <p:nvPr>
            <p:ph type="body" sz="quarter" idx="126" hasCustomPrompt="1"/>
          </p:nvPr>
        </p:nvSpPr>
        <p:spPr>
          <a:xfrm>
            <a:off x="5800880" y="1371824"/>
            <a:ext cx="3057889" cy="712706"/>
          </a:xfrm>
          <a:prstGeom prst="rect">
            <a:avLst/>
          </a:prstGeom>
          <a:noFill/>
          <a:ln>
            <a:noFill/>
          </a:ln>
        </p:spPr>
        <p:txBody>
          <a:bodyPr tIns="90000"/>
          <a:lstStyle>
            <a:lvl1pPr>
              <a:buClr>
                <a:schemeClr val="accent1"/>
              </a:buClr>
              <a:defRPr sz="1050"/>
            </a:lvl1pPr>
            <a:lvl2pPr marL="514350" indent="-171450">
              <a:buClr>
                <a:schemeClr val="accent2"/>
              </a:buClr>
              <a:buFont typeface="Courier New" panose="02070309020205020404" pitchFamily="49" charset="0"/>
              <a:buChar char="o"/>
              <a:defRPr sz="1050"/>
            </a:lvl2pPr>
            <a:lvl3pPr marL="857250" indent="-171450">
              <a:buClr>
                <a:schemeClr val="accent1"/>
              </a:buClr>
              <a:buFont typeface="Wingdings" panose="05000000000000000000" pitchFamily="2" charset="2"/>
              <a:buChar char="§"/>
              <a:defRPr sz="1000"/>
            </a:lvl3pPr>
            <a:lvl4pPr>
              <a:buClr>
                <a:schemeClr val="accent1"/>
              </a:buClr>
              <a:defRPr sz="1000"/>
            </a:lvl4pPr>
            <a:lvl5pPr>
              <a:buClr>
                <a:schemeClr val="accent1"/>
              </a:buClr>
              <a:defRPr sz="1000"/>
            </a:lvl5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IN" dirty="0"/>
              <a:t>This can be used as either bullets/ paragraph</a:t>
            </a:r>
          </a:p>
          <a:p>
            <a:pPr lvl="0"/>
            <a:r>
              <a:rPr lang="en-US" dirty="0"/>
              <a:t>Level 1</a:t>
            </a:r>
          </a:p>
          <a:p>
            <a:pPr lvl="1"/>
            <a:r>
              <a:rPr lang="en-US" dirty="0"/>
              <a:t>Level 2</a:t>
            </a:r>
          </a:p>
          <a:p>
            <a:pPr lvl="1"/>
            <a:endParaRPr lang="en-US" dirty="0"/>
          </a:p>
        </p:txBody>
      </p:sp>
      <p:sp>
        <p:nvSpPr>
          <p:cNvPr id="32" name="Text Placeholder 17">
            <a:extLst>
              <a:ext uri="{FF2B5EF4-FFF2-40B4-BE49-F238E27FC236}">
                <a16:creationId xmlns:a16="http://schemas.microsoft.com/office/drawing/2014/main" id="{A3782C57-96F8-8BE4-FEC2-2E7718D37639}"/>
              </a:ext>
            </a:extLst>
          </p:cNvPr>
          <p:cNvSpPr>
            <a:spLocks noGrp="1"/>
          </p:cNvSpPr>
          <p:nvPr>
            <p:ph type="body" sz="quarter" idx="128" hasCustomPrompt="1"/>
          </p:nvPr>
        </p:nvSpPr>
        <p:spPr>
          <a:xfrm>
            <a:off x="2504711" y="2837049"/>
            <a:ext cx="3057889" cy="712706"/>
          </a:xfrm>
          <a:prstGeom prst="rect">
            <a:avLst/>
          </a:prstGeom>
          <a:noFill/>
          <a:ln>
            <a:noFill/>
          </a:ln>
        </p:spPr>
        <p:txBody>
          <a:bodyPr tIns="90000"/>
          <a:lstStyle>
            <a:lvl1pPr>
              <a:buClr>
                <a:schemeClr val="accent1"/>
              </a:buClr>
              <a:defRPr sz="1050"/>
            </a:lvl1pPr>
            <a:lvl2pPr marL="514350" indent="-171450">
              <a:buClr>
                <a:schemeClr val="accent2"/>
              </a:buClr>
              <a:buFont typeface="Courier New" panose="02070309020205020404" pitchFamily="49" charset="0"/>
              <a:buChar char="o"/>
              <a:defRPr sz="1050"/>
            </a:lvl2pPr>
            <a:lvl3pPr marL="857250" indent="-171450">
              <a:buClr>
                <a:schemeClr val="accent1"/>
              </a:buClr>
              <a:buFont typeface="Wingdings" panose="05000000000000000000" pitchFamily="2" charset="2"/>
              <a:buChar char="§"/>
              <a:defRPr sz="1000"/>
            </a:lvl3pPr>
            <a:lvl4pPr>
              <a:buClr>
                <a:schemeClr val="accent1"/>
              </a:buClr>
              <a:defRPr sz="1000"/>
            </a:lvl4pPr>
            <a:lvl5pPr>
              <a:buClr>
                <a:schemeClr val="accent1"/>
              </a:buClr>
              <a:defRPr sz="1000"/>
            </a:lvl5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IN" dirty="0"/>
              <a:t>This can be used as either bullets/ paragraph</a:t>
            </a:r>
          </a:p>
          <a:p>
            <a:pPr lvl="0"/>
            <a:r>
              <a:rPr lang="en-US" dirty="0"/>
              <a:t>Level 1</a:t>
            </a:r>
          </a:p>
          <a:p>
            <a:pPr lvl="1"/>
            <a:r>
              <a:rPr lang="en-US" dirty="0"/>
              <a:t>Level 2</a:t>
            </a:r>
          </a:p>
          <a:p>
            <a:pPr lvl="1"/>
            <a:endParaRPr lang="en-US" dirty="0"/>
          </a:p>
        </p:txBody>
      </p:sp>
      <p:sp>
        <p:nvSpPr>
          <p:cNvPr id="34" name="Text Placeholder 17">
            <a:extLst>
              <a:ext uri="{FF2B5EF4-FFF2-40B4-BE49-F238E27FC236}">
                <a16:creationId xmlns:a16="http://schemas.microsoft.com/office/drawing/2014/main" id="{3588F6AB-7B48-5903-2371-70C8416471B0}"/>
              </a:ext>
            </a:extLst>
          </p:cNvPr>
          <p:cNvSpPr>
            <a:spLocks noGrp="1"/>
          </p:cNvSpPr>
          <p:nvPr>
            <p:ph type="body" sz="quarter" idx="130" hasCustomPrompt="1"/>
          </p:nvPr>
        </p:nvSpPr>
        <p:spPr>
          <a:xfrm>
            <a:off x="5800880" y="2837049"/>
            <a:ext cx="3057889" cy="712706"/>
          </a:xfrm>
          <a:prstGeom prst="rect">
            <a:avLst/>
          </a:prstGeom>
          <a:noFill/>
          <a:ln>
            <a:noFill/>
          </a:ln>
        </p:spPr>
        <p:txBody>
          <a:bodyPr tIns="90000"/>
          <a:lstStyle>
            <a:lvl1pPr>
              <a:buClr>
                <a:schemeClr val="accent1"/>
              </a:buClr>
              <a:defRPr sz="1050"/>
            </a:lvl1pPr>
            <a:lvl2pPr marL="514350" indent="-171450">
              <a:buClr>
                <a:schemeClr val="accent2"/>
              </a:buClr>
              <a:buFont typeface="Courier New" panose="02070309020205020404" pitchFamily="49" charset="0"/>
              <a:buChar char="o"/>
              <a:defRPr sz="1050"/>
            </a:lvl2pPr>
            <a:lvl3pPr marL="857250" indent="-171450">
              <a:buClr>
                <a:schemeClr val="accent1"/>
              </a:buClr>
              <a:buFont typeface="Wingdings" panose="05000000000000000000" pitchFamily="2" charset="2"/>
              <a:buChar char="§"/>
              <a:defRPr sz="1000"/>
            </a:lvl3pPr>
            <a:lvl4pPr>
              <a:buClr>
                <a:schemeClr val="accent1"/>
              </a:buClr>
              <a:defRPr sz="1000"/>
            </a:lvl4pPr>
            <a:lvl5pPr>
              <a:buClr>
                <a:schemeClr val="accent1"/>
              </a:buClr>
              <a:defRPr sz="1000"/>
            </a:lvl5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IN" dirty="0"/>
              <a:t>This can be used as either bullets/ paragraph</a:t>
            </a:r>
          </a:p>
          <a:p>
            <a:pPr lvl="0"/>
            <a:r>
              <a:rPr lang="en-US" dirty="0"/>
              <a:t>Level 1</a:t>
            </a:r>
          </a:p>
          <a:p>
            <a:pPr lvl="1"/>
            <a:r>
              <a:rPr lang="en-US" dirty="0"/>
              <a:t>Level 2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501663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-step/block conten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5F75CA25-FC95-8089-EBDE-0A46922BEBC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4247" y="188464"/>
            <a:ext cx="8133940" cy="461665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400" b="0" i="0">
                <a:solidFill>
                  <a:schemeClr val="accent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en-IN" dirty="0"/>
              <a:t>5-step/block content slide</a:t>
            </a:r>
            <a:endParaRPr lang="en-US" dirty="0"/>
          </a:p>
        </p:txBody>
      </p:sp>
      <p:sp>
        <p:nvSpPr>
          <p:cNvPr id="5" name="Slide Number Placeholder 6">
            <a:extLst>
              <a:ext uri="{FF2B5EF4-FFF2-40B4-BE49-F238E27FC236}">
                <a16:creationId xmlns:a16="http://schemas.microsoft.com/office/drawing/2014/main" id="{57B00230-282C-2C13-FD69-5790996D46B0}"/>
              </a:ext>
            </a:extLst>
          </p:cNvPr>
          <p:cNvSpPr txBox="1">
            <a:spLocks/>
          </p:cNvSpPr>
          <p:nvPr userDrawn="1"/>
        </p:nvSpPr>
        <p:spPr>
          <a:xfrm>
            <a:off x="58948" y="4831563"/>
            <a:ext cx="360098" cy="273844"/>
          </a:xfrm>
          <a:prstGeom prst="rect">
            <a:avLst/>
          </a:prstGeom>
        </p:spPr>
        <p:txBody>
          <a:bodyPr vert="horz" lIns="68580" tIns="34290" rIns="68580" bIns="34290" rtlCol="0" anchor="ctr"/>
          <a:lstStyle>
            <a:defPPr>
              <a:defRPr lang="en-US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2B60C70C-E473-9E49-863B-88FCC598397C}" type="slidenum">
              <a:rPr lang="en-US" sz="1000" smtClean="0">
                <a:solidFill>
                  <a:srgbClr val="EB262A"/>
                </a:solidFill>
              </a:rPr>
              <a:pPr algn="ctr"/>
              <a:t>‹#›</a:t>
            </a:fld>
            <a:endParaRPr lang="en-US" sz="1000" dirty="0">
              <a:solidFill>
                <a:srgbClr val="EB262A"/>
              </a:solidFill>
            </a:endParaRP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B0D5D274-A4B6-2882-1B2C-5DF1F1EE13EB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38351" y="4865781"/>
            <a:ext cx="797806" cy="216000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4C90741F-E0C1-6FBB-F03B-62CE39B1FB51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609" r="21970" b="-6351"/>
          <a:stretch/>
        </p:blipFill>
        <p:spPr>
          <a:xfrm>
            <a:off x="482385" y="4869686"/>
            <a:ext cx="7686676" cy="197599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2316AE5C-88F6-42BB-8D3D-083985F862E8}"/>
              </a:ext>
            </a:extLst>
          </p:cNvPr>
          <p:cNvSpPr/>
          <p:nvPr userDrawn="1"/>
        </p:nvSpPr>
        <p:spPr>
          <a:xfrm>
            <a:off x="0" y="3996406"/>
            <a:ext cx="9144000" cy="711399"/>
          </a:xfrm>
          <a:prstGeom prst="rect">
            <a:avLst/>
          </a:prstGeom>
          <a:solidFill>
            <a:srgbClr val="EB26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13" dirty="0">
              <a:solidFill>
                <a:srgbClr val="EB262A"/>
              </a:solidFill>
            </a:endParaRP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F80FEC41-0090-0BE8-E85C-AB64DAB6EC29}"/>
              </a:ext>
            </a:extLst>
          </p:cNvPr>
          <p:cNvSpPr>
            <a:spLocks noGrp="1"/>
          </p:cNvSpPr>
          <p:nvPr>
            <p:ph type="body" sz="quarter" idx="85" hasCustomPrompt="1"/>
          </p:nvPr>
        </p:nvSpPr>
        <p:spPr>
          <a:xfrm>
            <a:off x="273545" y="4116150"/>
            <a:ext cx="7556808" cy="471911"/>
          </a:xfrm>
          <a:prstGeom prst="rect">
            <a:avLst/>
          </a:prstGeom>
        </p:spPr>
        <p:txBody>
          <a:bodyPr anchor="ctr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</a:defRPr>
            </a:lvl1pPr>
            <a:lvl2pPr marL="342900" indent="0">
              <a:buNone/>
              <a:defRPr>
                <a:solidFill>
                  <a:schemeClr val="bg1"/>
                </a:solidFill>
              </a:defRPr>
            </a:lvl2pPr>
            <a:lvl3pPr marL="685800" indent="0">
              <a:buNone/>
              <a:defRPr>
                <a:solidFill>
                  <a:schemeClr val="bg1"/>
                </a:solidFill>
              </a:defRPr>
            </a:lvl3pPr>
            <a:lvl4pPr marL="1028700" indent="0">
              <a:buNone/>
              <a:defRPr>
                <a:solidFill>
                  <a:schemeClr val="bg1"/>
                </a:solidFill>
              </a:defRPr>
            </a:lvl4pPr>
            <a:lvl5pPr marL="13716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Highlighted text to make a point/impact</a:t>
            </a:r>
            <a:endParaRPr lang="en-IN" dirty="0"/>
          </a:p>
        </p:txBody>
      </p:sp>
      <p:pic>
        <p:nvPicPr>
          <p:cNvPr id="37" name="Graphic 36">
            <a:extLst>
              <a:ext uri="{FF2B5EF4-FFF2-40B4-BE49-F238E27FC236}">
                <a16:creationId xmlns:a16="http://schemas.microsoft.com/office/drawing/2014/main" id="{8B4B8FC2-8E12-015D-904F-CF7A1B8640D2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358187" y="-1"/>
            <a:ext cx="785814" cy="785814"/>
          </a:xfrm>
          <a:prstGeom prst="rect">
            <a:avLst/>
          </a:prstGeom>
        </p:spPr>
      </p:pic>
      <p:pic>
        <p:nvPicPr>
          <p:cNvPr id="39" name="Graphic 38">
            <a:extLst>
              <a:ext uri="{FF2B5EF4-FFF2-40B4-BE49-F238E27FC236}">
                <a16:creationId xmlns:a16="http://schemas.microsoft.com/office/drawing/2014/main" id="{1A5E5CEB-A832-C129-4603-8373A234A96A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076448" y="3996406"/>
            <a:ext cx="1067552" cy="712800"/>
          </a:xfrm>
          <a:prstGeom prst="rect">
            <a:avLst/>
          </a:prstGeom>
        </p:spPr>
      </p:pic>
      <p:sp>
        <p:nvSpPr>
          <p:cNvPr id="11" name="Text Placeholder 68">
            <a:extLst>
              <a:ext uri="{FF2B5EF4-FFF2-40B4-BE49-F238E27FC236}">
                <a16:creationId xmlns:a16="http://schemas.microsoft.com/office/drawing/2014/main" id="{EF6B8AF8-0F32-6626-DB67-38DFB299E012}"/>
              </a:ext>
            </a:extLst>
          </p:cNvPr>
          <p:cNvSpPr>
            <a:spLocks noGrp="1"/>
          </p:cNvSpPr>
          <p:nvPr>
            <p:ph type="body" sz="quarter" idx="100" hasCustomPrompt="1"/>
          </p:nvPr>
        </p:nvSpPr>
        <p:spPr>
          <a:xfrm>
            <a:off x="5724000" y="1012769"/>
            <a:ext cx="3197323" cy="1361383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lIns="108000" tIns="108000"/>
          <a:lstStyle>
            <a:lvl1pPr>
              <a:defRPr lang="en-IN" sz="1400" dirty="0">
                <a:solidFill>
                  <a:schemeClr val="accent1"/>
                </a:solidFill>
              </a:defRPr>
            </a:lvl1pPr>
          </a:lstStyle>
          <a:p>
            <a:pPr marL="0" marR="0" lvl="0" indent="0" fontAlgn="auto">
              <a:spcAft>
                <a:spcPts val="0"/>
              </a:spcAft>
              <a:buClrTx/>
              <a:buSzTx/>
              <a:buNone/>
              <a:tabLst/>
            </a:pPr>
            <a:r>
              <a:rPr lang="en-IN"/>
              <a:t>Heading</a:t>
            </a:r>
            <a:endParaRPr lang="en-IN" dirty="0"/>
          </a:p>
        </p:txBody>
      </p:sp>
      <p:sp>
        <p:nvSpPr>
          <p:cNvPr id="26" name="Text Placeholder 68">
            <a:extLst>
              <a:ext uri="{FF2B5EF4-FFF2-40B4-BE49-F238E27FC236}">
                <a16:creationId xmlns:a16="http://schemas.microsoft.com/office/drawing/2014/main" id="{B80EFFCC-20A7-ABC4-859F-2C684B70374E}"/>
              </a:ext>
            </a:extLst>
          </p:cNvPr>
          <p:cNvSpPr>
            <a:spLocks noGrp="1"/>
          </p:cNvSpPr>
          <p:nvPr>
            <p:ph type="body" sz="quarter" idx="101" hasCustomPrompt="1"/>
          </p:nvPr>
        </p:nvSpPr>
        <p:spPr>
          <a:xfrm>
            <a:off x="2431777" y="1012769"/>
            <a:ext cx="3197323" cy="1361383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lIns="108000" tIns="108000"/>
          <a:lstStyle>
            <a:lvl1pPr>
              <a:defRPr lang="en-IN" sz="1400" dirty="0">
                <a:solidFill>
                  <a:schemeClr val="accent1"/>
                </a:solidFill>
              </a:defRPr>
            </a:lvl1pPr>
          </a:lstStyle>
          <a:p>
            <a:pPr marL="0" marR="0" lvl="0" indent="0" fontAlgn="auto">
              <a:spcAft>
                <a:spcPts val="0"/>
              </a:spcAft>
              <a:buClrTx/>
              <a:buSzTx/>
              <a:buNone/>
              <a:tabLst/>
            </a:pPr>
            <a:r>
              <a:rPr lang="en-IN"/>
              <a:t>Heading</a:t>
            </a:r>
            <a:endParaRPr lang="en-IN" dirty="0"/>
          </a:p>
        </p:txBody>
      </p:sp>
      <p:sp>
        <p:nvSpPr>
          <p:cNvPr id="44" name="Text Placeholder 68">
            <a:extLst>
              <a:ext uri="{FF2B5EF4-FFF2-40B4-BE49-F238E27FC236}">
                <a16:creationId xmlns:a16="http://schemas.microsoft.com/office/drawing/2014/main" id="{08A2CF15-1E0F-9F55-3D14-5F0240550941}"/>
              </a:ext>
            </a:extLst>
          </p:cNvPr>
          <p:cNvSpPr>
            <a:spLocks noGrp="1"/>
          </p:cNvSpPr>
          <p:nvPr>
            <p:ph type="body" sz="quarter" idx="93" hasCustomPrompt="1"/>
          </p:nvPr>
        </p:nvSpPr>
        <p:spPr>
          <a:xfrm>
            <a:off x="2431777" y="2492441"/>
            <a:ext cx="2074486" cy="1362783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lIns="108000" tIns="108000"/>
          <a:lstStyle>
            <a:lvl1pPr>
              <a:defRPr lang="en-IN" sz="1400" dirty="0">
                <a:solidFill>
                  <a:schemeClr val="accent1"/>
                </a:solidFill>
              </a:defRPr>
            </a:lvl1pPr>
          </a:lstStyle>
          <a:p>
            <a:pPr marL="0" marR="0" lvl="0" indent="0" fontAlgn="auto">
              <a:spcAft>
                <a:spcPts val="0"/>
              </a:spcAft>
              <a:buClrTx/>
              <a:buSzTx/>
              <a:buNone/>
              <a:tabLst/>
            </a:pPr>
            <a:r>
              <a:rPr lang="en-IN"/>
              <a:t>Heading</a:t>
            </a:r>
            <a:endParaRPr lang="en-IN" dirty="0"/>
          </a:p>
        </p:txBody>
      </p:sp>
      <p:sp>
        <p:nvSpPr>
          <p:cNvPr id="47" name="Text Placeholder 68">
            <a:extLst>
              <a:ext uri="{FF2B5EF4-FFF2-40B4-BE49-F238E27FC236}">
                <a16:creationId xmlns:a16="http://schemas.microsoft.com/office/drawing/2014/main" id="{58E8ECF0-AE45-8A08-F29D-72F31A6AF168}"/>
              </a:ext>
            </a:extLst>
          </p:cNvPr>
          <p:cNvSpPr>
            <a:spLocks noGrp="1"/>
          </p:cNvSpPr>
          <p:nvPr>
            <p:ph type="body" sz="quarter" idx="96" hasCustomPrompt="1"/>
          </p:nvPr>
        </p:nvSpPr>
        <p:spPr>
          <a:xfrm>
            <a:off x="4639307" y="2492441"/>
            <a:ext cx="2074486" cy="1362783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lIns="108000" tIns="108000"/>
          <a:lstStyle>
            <a:lvl1pPr>
              <a:defRPr lang="en-IN" sz="1400" dirty="0">
                <a:solidFill>
                  <a:schemeClr val="accent1"/>
                </a:solidFill>
              </a:defRPr>
            </a:lvl1pPr>
          </a:lstStyle>
          <a:p>
            <a:pPr marL="0" marR="0" lvl="0" indent="0" fontAlgn="auto">
              <a:spcAft>
                <a:spcPts val="0"/>
              </a:spcAft>
              <a:buClrTx/>
              <a:buSzTx/>
              <a:buNone/>
              <a:tabLst/>
            </a:pPr>
            <a:r>
              <a:rPr lang="en-IN"/>
              <a:t>Heading</a:t>
            </a:r>
            <a:endParaRPr lang="en-IN" dirty="0"/>
          </a:p>
        </p:txBody>
      </p:sp>
      <p:sp>
        <p:nvSpPr>
          <p:cNvPr id="50" name="Text Placeholder 68">
            <a:extLst>
              <a:ext uri="{FF2B5EF4-FFF2-40B4-BE49-F238E27FC236}">
                <a16:creationId xmlns:a16="http://schemas.microsoft.com/office/drawing/2014/main" id="{BAA973A7-FC26-146D-BB94-848ECE2AEBA4}"/>
              </a:ext>
            </a:extLst>
          </p:cNvPr>
          <p:cNvSpPr>
            <a:spLocks noGrp="1"/>
          </p:cNvSpPr>
          <p:nvPr>
            <p:ph type="body" sz="quarter" idx="99" hasCustomPrompt="1"/>
          </p:nvPr>
        </p:nvSpPr>
        <p:spPr>
          <a:xfrm>
            <a:off x="6846837" y="2492441"/>
            <a:ext cx="2074486" cy="1362783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lIns="108000" tIns="108000"/>
          <a:lstStyle>
            <a:lvl1pPr>
              <a:defRPr lang="en-IN" sz="1400" dirty="0">
                <a:solidFill>
                  <a:schemeClr val="accent1"/>
                </a:solidFill>
              </a:defRPr>
            </a:lvl1pPr>
          </a:lstStyle>
          <a:p>
            <a:pPr marL="0" marR="0" lvl="0" indent="0" fontAlgn="auto">
              <a:spcAft>
                <a:spcPts val="0"/>
              </a:spcAft>
              <a:buClrTx/>
              <a:buSzTx/>
              <a:buNone/>
              <a:tabLst/>
            </a:pPr>
            <a:r>
              <a:rPr lang="en-IN"/>
              <a:t>Heading</a:t>
            </a:r>
            <a:endParaRPr lang="en-IN" dirty="0"/>
          </a:p>
        </p:txBody>
      </p:sp>
      <p:sp>
        <p:nvSpPr>
          <p:cNvPr id="64" name="Text Placeholder 68">
            <a:extLst>
              <a:ext uri="{FF2B5EF4-FFF2-40B4-BE49-F238E27FC236}">
                <a16:creationId xmlns:a16="http://schemas.microsoft.com/office/drawing/2014/main" id="{414C9FD5-1FDB-3265-1A5E-F20CF8B2778D}"/>
              </a:ext>
            </a:extLst>
          </p:cNvPr>
          <p:cNvSpPr>
            <a:spLocks noGrp="1"/>
          </p:cNvSpPr>
          <p:nvPr>
            <p:ph type="body" sz="quarter" idx="76" hasCustomPrompt="1"/>
          </p:nvPr>
        </p:nvSpPr>
        <p:spPr>
          <a:xfrm>
            <a:off x="224247" y="2522621"/>
            <a:ext cx="2072917" cy="133260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100">
                <a:solidFill>
                  <a:schemeClr val="accent2"/>
                </a:solidFill>
              </a:defRPr>
            </a:lvl1pPr>
            <a:lvl2pPr marL="342900" indent="0">
              <a:buNone/>
              <a:defRPr/>
            </a:lvl2pPr>
            <a:lvl3pPr marL="685800" indent="0">
              <a:buNone/>
              <a:defRPr/>
            </a:lvl3pPr>
            <a:lvl4pPr marL="1028700" indent="0">
              <a:buNone/>
              <a:defRPr/>
            </a:lvl4pPr>
            <a:lvl5pPr marL="1371600" indent="0">
              <a:buNone/>
              <a:defRPr/>
            </a:lvl5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IN" dirty="0"/>
              <a:t>Description</a:t>
            </a:r>
          </a:p>
        </p:txBody>
      </p:sp>
      <p:sp>
        <p:nvSpPr>
          <p:cNvPr id="65" name="Text Placeholder 68">
            <a:extLst>
              <a:ext uri="{FF2B5EF4-FFF2-40B4-BE49-F238E27FC236}">
                <a16:creationId xmlns:a16="http://schemas.microsoft.com/office/drawing/2014/main" id="{4CEE2380-2D4F-21FF-436D-0D6734074ED2}"/>
              </a:ext>
            </a:extLst>
          </p:cNvPr>
          <p:cNvSpPr>
            <a:spLocks noGrp="1"/>
          </p:cNvSpPr>
          <p:nvPr>
            <p:ph type="body" sz="quarter" idx="78" hasCustomPrompt="1"/>
          </p:nvPr>
        </p:nvSpPr>
        <p:spPr>
          <a:xfrm>
            <a:off x="224247" y="1018265"/>
            <a:ext cx="2072917" cy="142891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>
                <a:solidFill>
                  <a:schemeClr val="accent2"/>
                </a:solidFill>
              </a:defRPr>
            </a:lvl1pPr>
            <a:lvl2pPr marL="342900" indent="0">
              <a:buNone/>
              <a:defRPr/>
            </a:lvl2pPr>
            <a:lvl3pPr marL="685800" indent="0">
              <a:buNone/>
              <a:defRPr/>
            </a:lvl3pPr>
            <a:lvl4pPr marL="1028700" indent="0">
              <a:buNone/>
              <a:defRPr/>
            </a:lvl4pPr>
            <a:lvl5pPr marL="1371600" indent="0">
              <a:buNone/>
              <a:defRPr/>
            </a:lvl5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IN" dirty="0"/>
              <a:t>Description</a:t>
            </a:r>
          </a:p>
        </p:txBody>
      </p:sp>
      <p:sp>
        <p:nvSpPr>
          <p:cNvPr id="67" name="Text Placeholder 17">
            <a:extLst>
              <a:ext uri="{FF2B5EF4-FFF2-40B4-BE49-F238E27FC236}">
                <a16:creationId xmlns:a16="http://schemas.microsoft.com/office/drawing/2014/main" id="{6E18DB2B-AF81-3BEC-F35B-EB76396A504A}"/>
              </a:ext>
            </a:extLst>
          </p:cNvPr>
          <p:cNvSpPr>
            <a:spLocks noGrp="1"/>
          </p:cNvSpPr>
          <p:nvPr>
            <p:ph type="body" sz="quarter" idx="124" hasCustomPrompt="1"/>
          </p:nvPr>
        </p:nvSpPr>
        <p:spPr>
          <a:xfrm>
            <a:off x="2504711" y="1371824"/>
            <a:ext cx="3057889" cy="712706"/>
          </a:xfrm>
          <a:prstGeom prst="rect">
            <a:avLst/>
          </a:prstGeom>
          <a:noFill/>
          <a:ln>
            <a:noFill/>
          </a:ln>
        </p:spPr>
        <p:txBody>
          <a:bodyPr tIns="90000"/>
          <a:lstStyle>
            <a:lvl1pPr>
              <a:buClr>
                <a:schemeClr val="accent1"/>
              </a:buClr>
              <a:defRPr sz="1050"/>
            </a:lvl1pPr>
            <a:lvl2pPr marL="514350" indent="-171450">
              <a:buClr>
                <a:schemeClr val="accent2"/>
              </a:buClr>
              <a:buFont typeface="Courier New" panose="02070309020205020404" pitchFamily="49" charset="0"/>
              <a:buChar char="o"/>
              <a:defRPr sz="1050"/>
            </a:lvl2pPr>
            <a:lvl3pPr marL="857250" indent="-171450">
              <a:buClr>
                <a:schemeClr val="accent1"/>
              </a:buClr>
              <a:buFont typeface="Wingdings" panose="05000000000000000000" pitchFamily="2" charset="2"/>
              <a:buChar char="§"/>
              <a:defRPr sz="1000"/>
            </a:lvl3pPr>
            <a:lvl4pPr>
              <a:buClr>
                <a:schemeClr val="accent1"/>
              </a:buClr>
              <a:defRPr sz="1000"/>
            </a:lvl4pPr>
            <a:lvl5pPr>
              <a:buClr>
                <a:schemeClr val="accent1"/>
              </a:buClr>
              <a:defRPr sz="1000"/>
            </a:lvl5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IN" dirty="0"/>
              <a:t>This can be used as either bullets/ paragraph</a:t>
            </a:r>
          </a:p>
          <a:p>
            <a:pPr lvl="0"/>
            <a:r>
              <a:rPr lang="en-US" dirty="0"/>
              <a:t>Level 1</a:t>
            </a:r>
          </a:p>
          <a:p>
            <a:pPr lvl="1"/>
            <a:r>
              <a:rPr lang="en-US" dirty="0"/>
              <a:t>Level 2</a:t>
            </a:r>
          </a:p>
          <a:p>
            <a:pPr lvl="1"/>
            <a:endParaRPr lang="en-US" dirty="0"/>
          </a:p>
        </p:txBody>
      </p:sp>
      <p:sp>
        <p:nvSpPr>
          <p:cNvPr id="69" name="Text Placeholder 17">
            <a:extLst>
              <a:ext uri="{FF2B5EF4-FFF2-40B4-BE49-F238E27FC236}">
                <a16:creationId xmlns:a16="http://schemas.microsoft.com/office/drawing/2014/main" id="{29C44FA8-FE2C-8BB1-7767-1E0831B54FBE}"/>
              </a:ext>
            </a:extLst>
          </p:cNvPr>
          <p:cNvSpPr>
            <a:spLocks noGrp="1"/>
          </p:cNvSpPr>
          <p:nvPr>
            <p:ph type="body" sz="quarter" idx="126" hasCustomPrompt="1"/>
          </p:nvPr>
        </p:nvSpPr>
        <p:spPr>
          <a:xfrm>
            <a:off x="5800880" y="1371824"/>
            <a:ext cx="3057889" cy="712706"/>
          </a:xfrm>
          <a:prstGeom prst="rect">
            <a:avLst/>
          </a:prstGeom>
          <a:noFill/>
          <a:ln>
            <a:noFill/>
          </a:ln>
        </p:spPr>
        <p:txBody>
          <a:bodyPr tIns="90000"/>
          <a:lstStyle>
            <a:lvl1pPr>
              <a:buClr>
                <a:schemeClr val="accent1"/>
              </a:buClr>
              <a:defRPr sz="1050"/>
            </a:lvl1pPr>
            <a:lvl2pPr marL="514350" indent="-171450">
              <a:buClr>
                <a:schemeClr val="accent2"/>
              </a:buClr>
              <a:buFont typeface="Courier New" panose="02070309020205020404" pitchFamily="49" charset="0"/>
              <a:buChar char="o"/>
              <a:defRPr sz="1050"/>
            </a:lvl2pPr>
            <a:lvl3pPr marL="857250" indent="-171450">
              <a:buClr>
                <a:schemeClr val="accent1"/>
              </a:buClr>
              <a:buFont typeface="Wingdings" panose="05000000000000000000" pitchFamily="2" charset="2"/>
              <a:buChar char="§"/>
              <a:defRPr sz="1000"/>
            </a:lvl3pPr>
            <a:lvl4pPr>
              <a:buClr>
                <a:schemeClr val="accent1"/>
              </a:buClr>
              <a:defRPr sz="1000"/>
            </a:lvl4pPr>
            <a:lvl5pPr>
              <a:buClr>
                <a:schemeClr val="accent1"/>
              </a:buClr>
              <a:defRPr sz="1000"/>
            </a:lvl5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IN" dirty="0"/>
              <a:t>This can be used as either bullets/ paragraph</a:t>
            </a:r>
          </a:p>
          <a:p>
            <a:pPr lvl="0"/>
            <a:r>
              <a:rPr lang="en-US" dirty="0"/>
              <a:t>Level 1</a:t>
            </a:r>
          </a:p>
          <a:p>
            <a:pPr lvl="1"/>
            <a:r>
              <a:rPr lang="en-US" dirty="0"/>
              <a:t>Level 2</a:t>
            </a:r>
          </a:p>
          <a:p>
            <a:pPr lvl="1"/>
            <a:endParaRPr lang="en-US" dirty="0"/>
          </a:p>
        </p:txBody>
      </p:sp>
      <p:sp>
        <p:nvSpPr>
          <p:cNvPr id="71" name="Text Placeholder 17">
            <a:extLst>
              <a:ext uri="{FF2B5EF4-FFF2-40B4-BE49-F238E27FC236}">
                <a16:creationId xmlns:a16="http://schemas.microsoft.com/office/drawing/2014/main" id="{CFA6DDCC-E28A-A576-3CE2-D5EA6657950D}"/>
              </a:ext>
            </a:extLst>
          </p:cNvPr>
          <p:cNvSpPr>
            <a:spLocks noGrp="1"/>
          </p:cNvSpPr>
          <p:nvPr>
            <p:ph type="body" sz="quarter" idx="103" hasCustomPrompt="1"/>
          </p:nvPr>
        </p:nvSpPr>
        <p:spPr>
          <a:xfrm>
            <a:off x="6919281" y="2850104"/>
            <a:ext cx="1929599" cy="712706"/>
          </a:xfrm>
          <a:prstGeom prst="rect">
            <a:avLst/>
          </a:prstGeom>
          <a:noFill/>
          <a:ln>
            <a:noFill/>
          </a:ln>
        </p:spPr>
        <p:txBody>
          <a:bodyPr tIns="90000"/>
          <a:lstStyle>
            <a:lvl1pPr>
              <a:buClr>
                <a:schemeClr val="accent1"/>
              </a:buClr>
              <a:defRPr sz="1050"/>
            </a:lvl1pPr>
            <a:lvl2pPr marL="514350" indent="-171450">
              <a:buClr>
                <a:schemeClr val="accent2"/>
              </a:buClr>
              <a:buFont typeface="Courier New" panose="02070309020205020404" pitchFamily="49" charset="0"/>
              <a:buChar char="o"/>
              <a:defRPr sz="1050"/>
            </a:lvl2pPr>
            <a:lvl3pPr marL="857250" indent="-171450">
              <a:buClr>
                <a:schemeClr val="accent1"/>
              </a:buClr>
              <a:buFont typeface="Wingdings" panose="05000000000000000000" pitchFamily="2" charset="2"/>
              <a:buChar char="§"/>
              <a:defRPr sz="1000"/>
            </a:lvl3pPr>
            <a:lvl4pPr>
              <a:buClr>
                <a:schemeClr val="accent1"/>
              </a:buClr>
              <a:defRPr sz="1000"/>
            </a:lvl4pPr>
            <a:lvl5pPr>
              <a:buClr>
                <a:schemeClr val="accent1"/>
              </a:buClr>
              <a:defRPr sz="1000"/>
            </a:lvl5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IN" dirty="0"/>
              <a:t>This can be used as either bullets/ paragraph</a:t>
            </a:r>
          </a:p>
          <a:p>
            <a:pPr lvl="0"/>
            <a:r>
              <a:rPr lang="en-US" dirty="0"/>
              <a:t>Level 1</a:t>
            </a:r>
          </a:p>
          <a:p>
            <a:pPr lvl="1"/>
            <a:r>
              <a:rPr lang="en-US" dirty="0"/>
              <a:t>Level 2</a:t>
            </a:r>
          </a:p>
          <a:p>
            <a:pPr lvl="1"/>
            <a:endParaRPr lang="en-US" dirty="0"/>
          </a:p>
        </p:txBody>
      </p:sp>
      <p:sp>
        <p:nvSpPr>
          <p:cNvPr id="73" name="Text Placeholder 17">
            <a:extLst>
              <a:ext uri="{FF2B5EF4-FFF2-40B4-BE49-F238E27FC236}">
                <a16:creationId xmlns:a16="http://schemas.microsoft.com/office/drawing/2014/main" id="{D35D34FA-FFFD-4DAA-DBC2-BDEE4426101E}"/>
              </a:ext>
            </a:extLst>
          </p:cNvPr>
          <p:cNvSpPr>
            <a:spLocks noGrp="1"/>
          </p:cNvSpPr>
          <p:nvPr>
            <p:ph type="body" sz="quarter" idx="107" hasCustomPrompt="1"/>
          </p:nvPr>
        </p:nvSpPr>
        <p:spPr>
          <a:xfrm>
            <a:off x="4711751" y="2850104"/>
            <a:ext cx="1929599" cy="712706"/>
          </a:xfrm>
          <a:prstGeom prst="rect">
            <a:avLst/>
          </a:prstGeom>
          <a:noFill/>
          <a:ln>
            <a:noFill/>
          </a:ln>
        </p:spPr>
        <p:txBody>
          <a:bodyPr tIns="90000"/>
          <a:lstStyle>
            <a:lvl1pPr>
              <a:buClr>
                <a:schemeClr val="accent1"/>
              </a:buClr>
              <a:defRPr sz="1050"/>
            </a:lvl1pPr>
            <a:lvl2pPr marL="514350" indent="-171450">
              <a:buClr>
                <a:schemeClr val="accent2"/>
              </a:buClr>
              <a:buFont typeface="Courier New" panose="02070309020205020404" pitchFamily="49" charset="0"/>
              <a:buChar char="o"/>
              <a:defRPr sz="1050"/>
            </a:lvl2pPr>
            <a:lvl3pPr marL="857250" indent="-171450">
              <a:buClr>
                <a:schemeClr val="accent1"/>
              </a:buClr>
              <a:buFont typeface="Wingdings" panose="05000000000000000000" pitchFamily="2" charset="2"/>
              <a:buChar char="§"/>
              <a:defRPr sz="1000"/>
            </a:lvl3pPr>
            <a:lvl4pPr>
              <a:buClr>
                <a:schemeClr val="accent1"/>
              </a:buClr>
              <a:defRPr sz="1000"/>
            </a:lvl4pPr>
            <a:lvl5pPr>
              <a:buClr>
                <a:schemeClr val="accent1"/>
              </a:buClr>
              <a:defRPr sz="1000"/>
            </a:lvl5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IN" dirty="0"/>
              <a:t>This can be used as either bullets/ paragraph</a:t>
            </a:r>
          </a:p>
          <a:p>
            <a:pPr lvl="0"/>
            <a:r>
              <a:rPr lang="en-US" dirty="0"/>
              <a:t>Level 1</a:t>
            </a:r>
          </a:p>
          <a:p>
            <a:pPr lvl="1"/>
            <a:r>
              <a:rPr lang="en-US" dirty="0"/>
              <a:t>Level 2</a:t>
            </a:r>
          </a:p>
          <a:p>
            <a:pPr lvl="1"/>
            <a:endParaRPr lang="en-US" dirty="0"/>
          </a:p>
        </p:txBody>
      </p:sp>
      <p:sp>
        <p:nvSpPr>
          <p:cNvPr id="75" name="Text Placeholder 17">
            <a:extLst>
              <a:ext uri="{FF2B5EF4-FFF2-40B4-BE49-F238E27FC236}">
                <a16:creationId xmlns:a16="http://schemas.microsoft.com/office/drawing/2014/main" id="{424A1208-CD85-5AC2-F92E-139FA7F45F4E}"/>
              </a:ext>
            </a:extLst>
          </p:cNvPr>
          <p:cNvSpPr>
            <a:spLocks noGrp="1"/>
          </p:cNvSpPr>
          <p:nvPr>
            <p:ph type="body" sz="quarter" idx="121" hasCustomPrompt="1"/>
          </p:nvPr>
        </p:nvSpPr>
        <p:spPr>
          <a:xfrm>
            <a:off x="2504711" y="2850104"/>
            <a:ext cx="1929599" cy="712706"/>
          </a:xfrm>
          <a:prstGeom prst="rect">
            <a:avLst/>
          </a:prstGeom>
          <a:noFill/>
          <a:ln>
            <a:noFill/>
          </a:ln>
        </p:spPr>
        <p:txBody>
          <a:bodyPr tIns="90000"/>
          <a:lstStyle>
            <a:lvl1pPr>
              <a:buClr>
                <a:schemeClr val="accent1"/>
              </a:buClr>
              <a:defRPr sz="1050"/>
            </a:lvl1pPr>
            <a:lvl2pPr marL="514350" indent="-171450">
              <a:buClr>
                <a:schemeClr val="accent2"/>
              </a:buClr>
              <a:buFont typeface="Courier New" panose="02070309020205020404" pitchFamily="49" charset="0"/>
              <a:buChar char="o"/>
              <a:defRPr sz="1050"/>
            </a:lvl2pPr>
            <a:lvl3pPr marL="857250" indent="-171450">
              <a:buClr>
                <a:schemeClr val="accent1"/>
              </a:buClr>
              <a:buFont typeface="Wingdings" panose="05000000000000000000" pitchFamily="2" charset="2"/>
              <a:buChar char="§"/>
              <a:defRPr sz="1000"/>
            </a:lvl3pPr>
            <a:lvl4pPr>
              <a:buClr>
                <a:schemeClr val="accent1"/>
              </a:buClr>
              <a:defRPr sz="1000"/>
            </a:lvl4pPr>
            <a:lvl5pPr>
              <a:buClr>
                <a:schemeClr val="accent1"/>
              </a:buClr>
              <a:defRPr sz="1000"/>
            </a:lvl5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IN" dirty="0"/>
              <a:t>This can be used as either bullets/ paragraph</a:t>
            </a:r>
          </a:p>
          <a:p>
            <a:pPr lvl="0"/>
            <a:r>
              <a:rPr lang="en-US" dirty="0"/>
              <a:t>Level 1</a:t>
            </a:r>
          </a:p>
          <a:p>
            <a:pPr lvl="1"/>
            <a:r>
              <a:rPr lang="en-US" dirty="0"/>
              <a:t>Level 2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0230116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-step/block conten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Text Placeholder 68">
            <a:extLst>
              <a:ext uri="{FF2B5EF4-FFF2-40B4-BE49-F238E27FC236}">
                <a16:creationId xmlns:a16="http://schemas.microsoft.com/office/drawing/2014/main" id="{573A4C86-7C42-F32C-5E93-893B541D0C77}"/>
              </a:ext>
            </a:extLst>
          </p:cNvPr>
          <p:cNvSpPr>
            <a:spLocks noGrp="1"/>
          </p:cNvSpPr>
          <p:nvPr>
            <p:ph type="body" sz="quarter" idx="120" hasCustomPrompt="1"/>
          </p:nvPr>
        </p:nvSpPr>
        <p:spPr>
          <a:xfrm>
            <a:off x="6846837" y="1016441"/>
            <a:ext cx="2074486" cy="1362783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lIns="108000" tIns="108000"/>
          <a:lstStyle>
            <a:lvl1pPr>
              <a:defRPr lang="en-IN" sz="1400" dirty="0">
                <a:solidFill>
                  <a:schemeClr val="accent1"/>
                </a:solidFill>
              </a:defRPr>
            </a:lvl1pPr>
          </a:lstStyle>
          <a:p>
            <a:pPr marL="0" marR="0" lvl="0" indent="0" fontAlgn="auto">
              <a:spcAft>
                <a:spcPts val="0"/>
              </a:spcAft>
              <a:buClrTx/>
              <a:buSzTx/>
              <a:buNone/>
              <a:tabLst/>
            </a:pPr>
            <a:r>
              <a:rPr lang="en-IN"/>
              <a:t>Heading</a:t>
            </a:r>
            <a:endParaRPr lang="en-IN" dirty="0"/>
          </a:p>
        </p:txBody>
      </p:sp>
      <p:sp>
        <p:nvSpPr>
          <p:cNvPr id="21" name="Title 1">
            <a:extLst>
              <a:ext uri="{FF2B5EF4-FFF2-40B4-BE49-F238E27FC236}">
                <a16:creationId xmlns:a16="http://schemas.microsoft.com/office/drawing/2014/main" id="{0FA30D2C-495E-07DC-6CEA-5E2942C0665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4247" y="188464"/>
            <a:ext cx="8133940" cy="461665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400" b="0" i="0">
                <a:solidFill>
                  <a:schemeClr val="accent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en-IN" dirty="0"/>
              <a:t>6-step/block content slide</a:t>
            </a:r>
            <a:endParaRPr lang="en-US" dirty="0"/>
          </a:p>
        </p:txBody>
      </p:sp>
      <p:sp>
        <p:nvSpPr>
          <p:cNvPr id="24" name="Slide Number Placeholder 6">
            <a:extLst>
              <a:ext uri="{FF2B5EF4-FFF2-40B4-BE49-F238E27FC236}">
                <a16:creationId xmlns:a16="http://schemas.microsoft.com/office/drawing/2014/main" id="{D69F1880-A7AF-5F8D-ADA9-3D357A4356B5}"/>
              </a:ext>
            </a:extLst>
          </p:cNvPr>
          <p:cNvSpPr txBox="1">
            <a:spLocks/>
          </p:cNvSpPr>
          <p:nvPr userDrawn="1"/>
        </p:nvSpPr>
        <p:spPr>
          <a:xfrm>
            <a:off x="58948" y="4831563"/>
            <a:ext cx="360098" cy="273844"/>
          </a:xfrm>
          <a:prstGeom prst="rect">
            <a:avLst/>
          </a:prstGeom>
        </p:spPr>
        <p:txBody>
          <a:bodyPr vert="horz" lIns="68580" tIns="34290" rIns="68580" bIns="34290" rtlCol="0" anchor="ctr"/>
          <a:lstStyle>
            <a:defPPr>
              <a:defRPr lang="en-US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2B60C70C-E473-9E49-863B-88FCC598397C}" type="slidenum">
              <a:rPr lang="en-US" sz="1000" smtClean="0">
                <a:solidFill>
                  <a:srgbClr val="EB262A"/>
                </a:solidFill>
              </a:rPr>
              <a:pPr algn="ctr"/>
              <a:t>‹#›</a:t>
            </a:fld>
            <a:endParaRPr lang="en-US" sz="1000" dirty="0">
              <a:solidFill>
                <a:srgbClr val="EB262A"/>
              </a:solidFill>
            </a:endParaRPr>
          </a:p>
        </p:txBody>
      </p:sp>
      <p:pic>
        <p:nvPicPr>
          <p:cNvPr id="25" name="Graphic 24">
            <a:extLst>
              <a:ext uri="{FF2B5EF4-FFF2-40B4-BE49-F238E27FC236}">
                <a16:creationId xmlns:a16="http://schemas.microsoft.com/office/drawing/2014/main" id="{BB8481EF-FF33-98E9-1475-1079EE78F65B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38351" y="4865781"/>
            <a:ext cx="797806" cy="216000"/>
          </a:xfrm>
          <a:prstGeom prst="rect">
            <a:avLst/>
          </a:prstGeom>
        </p:spPr>
      </p:pic>
      <p:pic>
        <p:nvPicPr>
          <p:cNvPr id="26" name="Graphic 25">
            <a:extLst>
              <a:ext uri="{FF2B5EF4-FFF2-40B4-BE49-F238E27FC236}">
                <a16:creationId xmlns:a16="http://schemas.microsoft.com/office/drawing/2014/main" id="{90B98CA5-9B78-37E3-0BB5-22D6F5AB7AC1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609" r="21970" b="-6351"/>
          <a:stretch/>
        </p:blipFill>
        <p:spPr>
          <a:xfrm>
            <a:off x="482385" y="4869686"/>
            <a:ext cx="7686676" cy="197599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DEB06AF1-6F15-19BF-BF50-50417A92B9D6}"/>
              </a:ext>
            </a:extLst>
          </p:cNvPr>
          <p:cNvSpPr/>
          <p:nvPr userDrawn="1"/>
        </p:nvSpPr>
        <p:spPr>
          <a:xfrm>
            <a:off x="0" y="3996406"/>
            <a:ext cx="9144000" cy="711399"/>
          </a:xfrm>
          <a:prstGeom prst="rect">
            <a:avLst/>
          </a:prstGeom>
          <a:solidFill>
            <a:srgbClr val="EB26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13" dirty="0">
              <a:solidFill>
                <a:srgbClr val="EB262A"/>
              </a:solidFill>
            </a:endParaRP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B282D4E6-6B70-406F-A93F-C3539A75142E}"/>
              </a:ext>
            </a:extLst>
          </p:cNvPr>
          <p:cNvSpPr>
            <a:spLocks noGrp="1"/>
          </p:cNvSpPr>
          <p:nvPr>
            <p:ph type="body" sz="quarter" idx="85" hasCustomPrompt="1"/>
          </p:nvPr>
        </p:nvSpPr>
        <p:spPr>
          <a:xfrm>
            <a:off x="273545" y="4116150"/>
            <a:ext cx="7556808" cy="471911"/>
          </a:xfrm>
          <a:prstGeom prst="rect">
            <a:avLst/>
          </a:prstGeom>
        </p:spPr>
        <p:txBody>
          <a:bodyPr anchor="ctr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</a:defRPr>
            </a:lvl1pPr>
            <a:lvl2pPr marL="342900" indent="0">
              <a:buNone/>
              <a:defRPr>
                <a:solidFill>
                  <a:schemeClr val="bg1"/>
                </a:solidFill>
              </a:defRPr>
            </a:lvl2pPr>
            <a:lvl3pPr marL="685800" indent="0">
              <a:buNone/>
              <a:defRPr>
                <a:solidFill>
                  <a:schemeClr val="bg1"/>
                </a:solidFill>
              </a:defRPr>
            </a:lvl3pPr>
            <a:lvl4pPr marL="1028700" indent="0">
              <a:buNone/>
              <a:defRPr>
                <a:solidFill>
                  <a:schemeClr val="bg1"/>
                </a:solidFill>
              </a:defRPr>
            </a:lvl4pPr>
            <a:lvl5pPr marL="13716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Highlighted text to make a point/impact</a:t>
            </a:r>
            <a:endParaRPr lang="en-IN" dirty="0"/>
          </a:p>
        </p:txBody>
      </p:sp>
      <p:pic>
        <p:nvPicPr>
          <p:cNvPr id="89" name="Graphic 88">
            <a:extLst>
              <a:ext uri="{FF2B5EF4-FFF2-40B4-BE49-F238E27FC236}">
                <a16:creationId xmlns:a16="http://schemas.microsoft.com/office/drawing/2014/main" id="{D7992912-E055-2512-69D1-FD49C51FF4A8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358187" y="-1"/>
            <a:ext cx="785814" cy="785814"/>
          </a:xfrm>
          <a:prstGeom prst="rect">
            <a:avLst/>
          </a:prstGeom>
        </p:spPr>
      </p:pic>
      <p:pic>
        <p:nvPicPr>
          <p:cNvPr id="90" name="Graphic 89">
            <a:extLst>
              <a:ext uri="{FF2B5EF4-FFF2-40B4-BE49-F238E27FC236}">
                <a16:creationId xmlns:a16="http://schemas.microsoft.com/office/drawing/2014/main" id="{88B5BBA2-DC83-98A6-BBDE-28D83FC9F146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076448" y="3996406"/>
            <a:ext cx="1067552" cy="712800"/>
          </a:xfrm>
          <a:prstGeom prst="rect">
            <a:avLst/>
          </a:prstGeom>
        </p:spPr>
      </p:pic>
      <p:sp>
        <p:nvSpPr>
          <p:cNvPr id="9" name="Text Placeholder 68">
            <a:extLst>
              <a:ext uri="{FF2B5EF4-FFF2-40B4-BE49-F238E27FC236}">
                <a16:creationId xmlns:a16="http://schemas.microsoft.com/office/drawing/2014/main" id="{58CF2B53-E39D-BFFE-AF4A-6FBC315DAAA0}"/>
              </a:ext>
            </a:extLst>
          </p:cNvPr>
          <p:cNvSpPr>
            <a:spLocks noGrp="1"/>
          </p:cNvSpPr>
          <p:nvPr>
            <p:ph type="body" sz="quarter" idx="93" hasCustomPrompt="1"/>
          </p:nvPr>
        </p:nvSpPr>
        <p:spPr>
          <a:xfrm>
            <a:off x="2431777" y="2492441"/>
            <a:ext cx="2074486" cy="1362783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lIns="108000" tIns="108000"/>
          <a:lstStyle>
            <a:lvl1pPr>
              <a:defRPr lang="en-IN" sz="1400" dirty="0">
                <a:solidFill>
                  <a:schemeClr val="accent1"/>
                </a:solidFill>
              </a:defRPr>
            </a:lvl1pPr>
          </a:lstStyle>
          <a:p>
            <a:pPr marL="0" marR="0" lvl="0" indent="0" fontAlgn="auto">
              <a:spcAft>
                <a:spcPts val="0"/>
              </a:spcAft>
              <a:buClrTx/>
              <a:buSzTx/>
              <a:buNone/>
              <a:tabLst/>
            </a:pPr>
            <a:r>
              <a:rPr lang="en-IN"/>
              <a:t>Heading</a:t>
            </a:r>
            <a:endParaRPr lang="en-IN" dirty="0"/>
          </a:p>
        </p:txBody>
      </p:sp>
      <p:sp>
        <p:nvSpPr>
          <p:cNvPr id="10" name="Text Placeholder 68">
            <a:extLst>
              <a:ext uri="{FF2B5EF4-FFF2-40B4-BE49-F238E27FC236}">
                <a16:creationId xmlns:a16="http://schemas.microsoft.com/office/drawing/2014/main" id="{60980060-247A-D40D-CC33-9DA8D892772C}"/>
              </a:ext>
            </a:extLst>
          </p:cNvPr>
          <p:cNvSpPr>
            <a:spLocks noGrp="1"/>
          </p:cNvSpPr>
          <p:nvPr>
            <p:ph type="body" sz="quarter" idx="96" hasCustomPrompt="1"/>
          </p:nvPr>
        </p:nvSpPr>
        <p:spPr>
          <a:xfrm>
            <a:off x="4639307" y="2492441"/>
            <a:ext cx="2074486" cy="1362783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lIns="108000" tIns="108000"/>
          <a:lstStyle>
            <a:lvl1pPr>
              <a:defRPr lang="en-IN" sz="1400" dirty="0">
                <a:solidFill>
                  <a:schemeClr val="accent1"/>
                </a:solidFill>
              </a:defRPr>
            </a:lvl1pPr>
          </a:lstStyle>
          <a:p>
            <a:pPr marL="0" marR="0" lvl="0" indent="0" fontAlgn="auto">
              <a:spcAft>
                <a:spcPts val="0"/>
              </a:spcAft>
              <a:buClrTx/>
              <a:buSzTx/>
              <a:buNone/>
              <a:tabLst/>
            </a:pPr>
            <a:r>
              <a:rPr lang="en-IN"/>
              <a:t>Heading</a:t>
            </a:r>
            <a:endParaRPr lang="en-IN" dirty="0"/>
          </a:p>
        </p:txBody>
      </p:sp>
      <p:sp>
        <p:nvSpPr>
          <p:cNvPr id="12" name="Text Placeholder 68">
            <a:extLst>
              <a:ext uri="{FF2B5EF4-FFF2-40B4-BE49-F238E27FC236}">
                <a16:creationId xmlns:a16="http://schemas.microsoft.com/office/drawing/2014/main" id="{8328E9BD-A215-02D7-A8B3-626FC8A3D2A8}"/>
              </a:ext>
            </a:extLst>
          </p:cNvPr>
          <p:cNvSpPr>
            <a:spLocks noGrp="1"/>
          </p:cNvSpPr>
          <p:nvPr>
            <p:ph type="body" sz="quarter" idx="99" hasCustomPrompt="1"/>
          </p:nvPr>
        </p:nvSpPr>
        <p:spPr>
          <a:xfrm>
            <a:off x="6846837" y="2492441"/>
            <a:ext cx="2074486" cy="1362783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lIns="108000" tIns="108000"/>
          <a:lstStyle>
            <a:lvl1pPr>
              <a:defRPr lang="en-IN" sz="1400" dirty="0">
                <a:solidFill>
                  <a:schemeClr val="accent1"/>
                </a:solidFill>
              </a:defRPr>
            </a:lvl1pPr>
          </a:lstStyle>
          <a:p>
            <a:pPr marL="0" marR="0" lvl="0" indent="0" fontAlgn="auto">
              <a:spcAft>
                <a:spcPts val="0"/>
              </a:spcAft>
              <a:buClrTx/>
              <a:buSzTx/>
              <a:buNone/>
              <a:tabLst/>
            </a:pPr>
            <a:r>
              <a:rPr lang="en-IN"/>
              <a:t>Heading</a:t>
            </a:r>
            <a:endParaRPr lang="en-IN" dirty="0"/>
          </a:p>
        </p:txBody>
      </p:sp>
      <p:sp>
        <p:nvSpPr>
          <p:cNvPr id="15" name="Text Placeholder 17">
            <a:extLst>
              <a:ext uri="{FF2B5EF4-FFF2-40B4-BE49-F238E27FC236}">
                <a16:creationId xmlns:a16="http://schemas.microsoft.com/office/drawing/2014/main" id="{D5EEE156-E7A8-20B2-21BA-D0C17A4DCE77}"/>
              </a:ext>
            </a:extLst>
          </p:cNvPr>
          <p:cNvSpPr>
            <a:spLocks noGrp="1"/>
          </p:cNvSpPr>
          <p:nvPr>
            <p:ph type="body" sz="quarter" idx="103" hasCustomPrompt="1"/>
          </p:nvPr>
        </p:nvSpPr>
        <p:spPr>
          <a:xfrm>
            <a:off x="6919281" y="2850104"/>
            <a:ext cx="1929599" cy="921796"/>
          </a:xfrm>
          <a:prstGeom prst="rect">
            <a:avLst/>
          </a:prstGeom>
          <a:noFill/>
          <a:ln>
            <a:noFill/>
          </a:ln>
        </p:spPr>
        <p:txBody>
          <a:bodyPr tIns="90000"/>
          <a:lstStyle>
            <a:lvl1pPr>
              <a:buClr>
                <a:schemeClr val="accent1"/>
              </a:buClr>
              <a:defRPr sz="1050"/>
            </a:lvl1pPr>
            <a:lvl2pPr marL="514350" indent="-171450">
              <a:buClr>
                <a:schemeClr val="accent2"/>
              </a:buClr>
              <a:buFont typeface="Courier New" panose="02070309020205020404" pitchFamily="49" charset="0"/>
              <a:buChar char="o"/>
              <a:defRPr sz="1050"/>
            </a:lvl2pPr>
            <a:lvl3pPr marL="857250" indent="-171450">
              <a:buClr>
                <a:schemeClr val="accent1"/>
              </a:buClr>
              <a:buFont typeface="Wingdings" panose="05000000000000000000" pitchFamily="2" charset="2"/>
              <a:buChar char="§"/>
              <a:defRPr sz="1000"/>
            </a:lvl3pPr>
            <a:lvl4pPr>
              <a:buClr>
                <a:schemeClr val="accent1"/>
              </a:buClr>
              <a:defRPr sz="1000"/>
            </a:lvl4pPr>
            <a:lvl5pPr>
              <a:buClr>
                <a:schemeClr val="accent1"/>
              </a:buClr>
              <a:defRPr sz="1000"/>
            </a:lvl5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IN" dirty="0"/>
              <a:t>This can be used as either bullets/ paragraph</a:t>
            </a:r>
          </a:p>
          <a:p>
            <a:pPr lvl="0"/>
            <a:r>
              <a:rPr lang="en-US" dirty="0"/>
              <a:t>Level 1</a:t>
            </a:r>
          </a:p>
          <a:p>
            <a:pPr lvl="1"/>
            <a:r>
              <a:rPr lang="en-US" dirty="0"/>
              <a:t>Level 2</a:t>
            </a:r>
          </a:p>
          <a:p>
            <a:pPr lvl="1"/>
            <a:endParaRPr lang="en-US" dirty="0"/>
          </a:p>
        </p:txBody>
      </p:sp>
      <p:sp>
        <p:nvSpPr>
          <p:cNvPr id="27" name="Text Placeholder 17">
            <a:extLst>
              <a:ext uri="{FF2B5EF4-FFF2-40B4-BE49-F238E27FC236}">
                <a16:creationId xmlns:a16="http://schemas.microsoft.com/office/drawing/2014/main" id="{66029D2E-88CA-020B-91E8-C6EA1AED36CA}"/>
              </a:ext>
            </a:extLst>
          </p:cNvPr>
          <p:cNvSpPr>
            <a:spLocks noGrp="1"/>
          </p:cNvSpPr>
          <p:nvPr>
            <p:ph type="body" sz="quarter" idx="107" hasCustomPrompt="1"/>
          </p:nvPr>
        </p:nvSpPr>
        <p:spPr>
          <a:xfrm>
            <a:off x="4711751" y="2850104"/>
            <a:ext cx="1929599" cy="921796"/>
          </a:xfrm>
          <a:prstGeom prst="rect">
            <a:avLst/>
          </a:prstGeom>
          <a:noFill/>
          <a:ln>
            <a:noFill/>
          </a:ln>
        </p:spPr>
        <p:txBody>
          <a:bodyPr tIns="90000"/>
          <a:lstStyle>
            <a:lvl1pPr>
              <a:buClr>
                <a:schemeClr val="accent1"/>
              </a:buClr>
              <a:defRPr sz="1050"/>
            </a:lvl1pPr>
            <a:lvl2pPr marL="514350" indent="-171450">
              <a:buClr>
                <a:schemeClr val="accent2"/>
              </a:buClr>
              <a:buFont typeface="Courier New" panose="02070309020205020404" pitchFamily="49" charset="0"/>
              <a:buChar char="o"/>
              <a:defRPr sz="1050"/>
            </a:lvl2pPr>
            <a:lvl3pPr marL="857250" indent="-171450">
              <a:buClr>
                <a:schemeClr val="accent1"/>
              </a:buClr>
              <a:buFont typeface="Wingdings" panose="05000000000000000000" pitchFamily="2" charset="2"/>
              <a:buChar char="§"/>
              <a:defRPr sz="1000"/>
            </a:lvl3pPr>
            <a:lvl4pPr>
              <a:buClr>
                <a:schemeClr val="accent1"/>
              </a:buClr>
              <a:defRPr sz="1000"/>
            </a:lvl4pPr>
            <a:lvl5pPr>
              <a:buClr>
                <a:schemeClr val="accent1"/>
              </a:buClr>
              <a:defRPr sz="1000"/>
            </a:lvl5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IN" dirty="0"/>
              <a:t>This can be used as either bullets/ paragraph</a:t>
            </a:r>
          </a:p>
          <a:p>
            <a:pPr lvl="0"/>
            <a:r>
              <a:rPr lang="en-US" dirty="0"/>
              <a:t>Level 1</a:t>
            </a:r>
          </a:p>
          <a:p>
            <a:pPr lvl="1"/>
            <a:r>
              <a:rPr lang="en-US" dirty="0"/>
              <a:t>Level 2</a:t>
            </a:r>
          </a:p>
          <a:p>
            <a:pPr lvl="1"/>
            <a:endParaRPr lang="en-US" dirty="0"/>
          </a:p>
        </p:txBody>
      </p:sp>
      <p:sp>
        <p:nvSpPr>
          <p:cNvPr id="47" name="Text Placeholder 68">
            <a:extLst>
              <a:ext uri="{FF2B5EF4-FFF2-40B4-BE49-F238E27FC236}">
                <a16:creationId xmlns:a16="http://schemas.microsoft.com/office/drawing/2014/main" id="{21C0C445-E9AC-40FE-F1B4-58814667D846}"/>
              </a:ext>
            </a:extLst>
          </p:cNvPr>
          <p:cNvSpPr>
            <a:spLocks noGrp="1"/>
          </p:cNvSpPr>
          <p:nvPr>
            <p:ph type="body" sz="quarter" idx="76" hasCustomPrompt="1"/>
          </p:nvPr>
        </p:nvSpPr>
        <p:spPr>
          <a:xfrm>
            <a:off x="224247" y="2522621"/>
            <a:ext cx="2072917" cy="133260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100">
                <a:solidFill>
                  <a:schemeClr val="accent2"/>
                </a:solidFill>
              </a:defRPr>
            </a:lvl1pPr>
            <a:lvl2pPr marL="342900" indent="0">
              <a:buNone/>
              <a:defRPr/>
            </a:lvl2pPr>
            <a:lvl3pPr marL="685800" indent="0">
              <a:buNone/>
              <a:defRPr/>
            </a:lvl3pPr>
            <a:lvl4pPr marL="1028700" indent="0">
              <a:buNone/>
              <a:defRPr/>
            </a:lvl4pPr>
            <a:lvl5pPr marL="1371600" indent="0">
              <a:buNone/>
              <a:defRPr/>
            </a:lvl5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IN" dirty="0"/>
              <a:t>Description</a:t>
            </a:r>
          </a:p>
        </p:txBody>
      </p:sp>
      <p:sp>
        <p:nvSpPr>
          <p:cNvPr id="52" name="Text Placeholder 68">
            <a:extLst>
              <a:ext uri="{FF2B5EF4-FFF2-40B4-BE49-F238E27FC236}">
                <a16:creationId xmlns:a16="http://schemas.microsoft.com/office/drawing/2014/main" id="{D56DBF37-C92C-8DEA-C24E-2E1851CB136E}"/>
              </a:ext>
            </a:extLst>
          </p:cNvPr>
          <p:cNvSpPr>
            <a:spLocks noGrp="1"/>
          </p:cNvSpPr>
          <p:nvPr>
            <p:ph type="body" sz="quarter" idx="78" hasCustomPrompt="1"/>
          </p:nvPr>
        </p:nvSpPr>
        <p:spPr>
          <a:xfrm>
            <a:off x="224247" y="1018265"/>
            <a:ext cx="2072917" cy="142891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>
                <a:solidFill>
                  <a:schemeClr val="accent2"/>
                </a:solidFill>
              </a:defRPr>
            </a:lvl1pPr>
            <a:lvl2pPr marL="342900" indent="0">
              <a:buNone/>
              <a:defRPr/>
            </a:lvl2pPr>
            <a:lvl3pPr marL="685800" indent="0">
              <a:buNone/>
              <a:defRPr/>
            </a:lvl3pPr>
            <a:lvl4pPr marL="1028700" indent="0">
              <a:buNone/>
              <a:defRPr/>
            </a:lvl4pPr>
            <a:lvl5pPr marL="1371600" indent="0">
              <a:buNone/>
              <a:defRPr/>
            </a:lvl5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IN" dirty="0"/>
              <a:t>Description</a:t>
            </a:r>
          </a:p>
        </p:txBody>
      </p:sp>
      <p:sp>
        <p:nvSpPr>
          <p:cNvPr id="61" name="Text Placeholder 68">
            <a:extLst>
              <a:ext uri="{FF2B5EF4-FFF2-40B4-BE49-F238E27FC236}">
                <a16:creationId xmlns:a16="http://schemas.microsoft.com/office/drawing/2014/main" id="{5811138F-F00A-20D7-1D70-F4D8228AC616}"/>
              </a:ext>
            </a:extLst>
          </p:cNvPr>
          <p:cNvSpPr>
            <a:spLocks noGrp="1"/>
          </p:cNvSpPr>
          <p:nvPr>
            <p:ph type="body" sz="quarter" idx="112" hasCustomPrompt="1"/>
          </p:nvPr>
        </p:nvSpPr>
        <p:spPr>
          <a:xfrm>
            <a:off x="2431777" y="1016441"/>
            <a:ext cx="2074486" cy="1362783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lIns="108000" tIns="108000"/>
          <a:lstStyle>
            <a:lvl1pPr>
              <a:defRPr lang="en-IN" sz="1400" dirty="0">
                <a:solidFill>
                  <a:schemeClr val="accent1"/>
                </a:solidFill>
              </a:defRPr>
            </a:lvl1pPr>
          </a:lstStyle>
          <a:p>
            <a:pPr marL="0" marR="0" lvl="0" indent="0" fontAlgn="auto">
              <a:spcAft>
                <a:spcPts val="0"/>
              </a:spcAft>
              <a:buClrTx/>
              <a:buSzTx/>
              <a:buNone/>
              <a:tabLst/>
            </a:pPr>
            <a:r>
              <a:rPr lang="en-IN"/>
              <a:t>Heading</a:t>
            </a:r>
            <a:endParaRPr lang="en-IN" dirty="0"/>
          </a:p>
        </p:txBody>
      </p:sp>
      <p:sp>
        <p:nvSpPr>
          <p:cNvPr id="62" name="Text Placeholder 68">
            <a:extLst>
              <a:ext uri="{FF2B5EF4-FFF2-40B4-BE49-F238E27FC236}">
                <a16:creationId xmlns:a16="http://schemas.microsoft.com/office/drawing/2014/main" id="{D748E9AE-6069-202C-BE5C-8B0B9B3C9A72}"/>
              </a:ext>
            </a:extLst>
          </p:cNvPr>
          <p:cNvSpPr>
            <a:spLocks noGrp="1"/>
          </p:cNvSpPr>
          <p:nvPr>
            <p:ph type="body" sz="quarter" idx="113" hasCustomPrompt="1"/>
          </p:nvPr>
        </p:nvSpPr>
        <p:spPr>
          <a:xfrm>
            <a:off x="4639307" y="1016441"/>
            <a:ext cx="2074486" cy="1362783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lIns="108000" tIns="108000"/>
          <a:lstStyle>
            <a:lvl1pPr>
              <a:defRPr lang="en-IN" sz="1400" dirty="0">
                <a:solidFill>
                  <a:schemeClr val="accent1"/>
                </a:solidFill>
              </a:defRPr>
            </a:lvl1pPr>
          </a:lstStyle>
          <a:p>
            <a:pPr marL="0" marR="0" lvl="0" indent="0" fontAlgn="auto">
              <a:spcAft>
                <a:spcPts val="0"/>
              </a:spcAft>
              <a:buClrTx/>
              <a:buSzTx/>
              <a:buNone/>
              <a:tabLst/>
            </a:pPr>
            <a:r>
              <a:rPr lang="en-IN"/>
              <a:t>Heading</a:t>
            </a:r>
            <a:endParaRPr lang="en-IN" dirty="0"/>
          </a:p>
        </p:txBody>
      </p:sp>
      <p:sp>
        <p:nvSpPr>
          <p:cNvPr id="71" name="Text Placeholder 17">
            <a:extLst>
              <a:ext uri="{FF2B5EF4-FFF2-40B4-BE49-F238E27FC236}">
                <a16:creationId xmlns:a16="http://schemas.microsoft.com/office/drawing/2014/main" id="{C12E0415-4593-69F5-3CD9-403D0C730D24}"/>
              </a:ext>
            </a:extLst>
          </p:cNvPr>
          <p:cNvSpPr>
            <a:spLocks noGrp="1"/>
          </p:cNvSpPr>
          <p:nvPr>
            <p:ph type="body" sz="quarter" idx="121" hasCustomPrompt="1"/>
          </p:nvPr>
        </p:nvSpPr>
        <p:spPr>
          <a:xfrm>
            <a:off x="2504711" y="2850104"/>
            <a:ext cx="1929599" cy="921796"/>
          </a:xfrm>
          <a:prstGeom prst="rect">
            <a:avLst/>
          </a:prstGeom>
          <a:noFill/>
          <a:ln>
            <a:noFill/>
          </a:ln>
        </p:spPr>
        <p:txBody>
          <a:bodyPr tIns="90000"/>
          <a:lstStyle>
            <a:lvl1pPr>
              <a:buClr>
                <a:schemeClr val="accent1"/>
              </a:buClr>
              <a:defRPr sz="1050"/>
            </a:lvl1pPr>
            <a:lvl2pPr marL="514350" indent="-171450">
              <a:buClr>
                <a:schemeClr val="accent2"/>
              </a:buClr>
              <a:buFont typeface="Courier New" panose="02070309020205020404" pitchFamily="49" charset="0"/>
              <a:buChar char="o"/>
              <a:defRPr sz="1050"/>
            </a:lvl2pPr>
            <a:lvl3pPr marL="857250" indent="-171450">
              <a:buClr>
                <a:schemeClr val="accent1"/>
              </a:buClr>
              <a:buFont typeface="Wingdings" panose="05000000000000000000" pitchFamily="2" charset="2"/>
              <a:buChar char="§"/>
              <a:defRPr sz="1000"/>
            </a:lvl3pPr>
            <a:lvl4pPr>
              <a:buClr>
                <a:schemeClr val="accent1"/>
              </a:buClr>
              <a:defRPr sz="1000"/>
            </a:lvl4pPr>
            <a:lvl5pPr>
              <a:buClr>
                <a:schemeClr val="accent1"/>
              </a:buClr>
              <a:defRPr sz="1000"/>
            </a:lvl5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IN" dirty="0"/>
              <a:t>This can be used as either bullets/ paragraph</a:t>
            </a:r>
          </a:p>
          <a:p>
            <a:pPr lvl="0"/>
            <a:r>
              <a:rPr lang="en-US" dirty="0"/>
              <a:t>Level 1</a:t>
            </a:r>
          </a:p>
          <a:p>
            <a:pPr lvl="1"/>
            <a:r>
              <a:rPr lang="en-US" dirty="0"/>
              <a:t>Level 2</a:t>
            </a:r>
          </a:p>
          <a:p>
            <a:pPr lvl="1"/>
            <a:endParaRPr lang="en-US" dirty="0"/>
          </a:p>
        </p:txBody>
      </p:sp>
      <p:sp>
        <p:nvSpPr>
          <p:cNvPr id="72" name="Text Placeholder 17">
            <a:extLst>
              <a:ext uri="{FF2B5EF4-FFF2-40B4-BE49-F238E27FC236}">
                <a16:creationId xmlns:a16="http://schemas.microsoft.com/office/drawing/2014/main" id="{0CE2B001-BA70-35FB-5717-B2CDD0CDB53B}"/>
              </a:ext>
            </a:extLst>
          </p:cNvPr>
          <p:cNvSpPr>
            <a:spLocks noGrp="1"/>
          </p:cNvSpPr>
          <p:nvPr>
            <p:ph type="body" sz="quarter" idx="122" hasCustomPrompt="1"/>
          </p:nvPr>
        </p:nvSpPr>
        <p:spPr>
          <a:xfrm>
            <a:off x="6919281" y="1371824"/>
            <a:ext cx="1929599" cy="921796"/>
          </a:xfrm>
          <a:prstGeom prst="rect">
            <a:avLst/>
          </a:prstGeom>
          <a:noFill/>
          <a:ln>
            <a:noFill/>
          </a:ln>
        </p:spPr>
        <p:txBody>
          <a:bodyPr tIns="90000"/>
          <a:lstStyle>
            <a:lvl1pPr>
              <a:buClr>
                <a:schemeClr val="accent1"/>
              </a:buClr>
              <a:defRPr sz="1050"/>
            </a:lvl1pPr>
            <a:lvl2pPr marL="514350" indent="-171450">
              <a:buClr>
                <a:schemeClr val="accent2"/>
              </a:buClr>
              <a:buFont typeface="Courier New" panose="02070309020205020404" pitchFamily="49" charset="0"/>
              <a:buChar char="o"/>
              <a:defRPr sz="1050"/>
            </a:lvl2pPr>
            <a:lvl3pPr marL="857250" indent="-171450">
              <a:buClr>
                <a:schemeClr val="accent1"/>
              </a:buClr>
              <a:buFont typeface="Wingdings" panose="05000000000000000000" pitchFamily="2" charset="2"/>
              <a:buChar char="§"/>
              <a:defRPr sz="1000"/>
            </a:lvl3pPr>
            <a:lvl4pPr>
              <a:buClr>
                <a:schemeClr val="accent1"/>
              </a:buClr>
              <a:defRPr sz="1000"/>
            </a:lvl4pPr>
            <a:lvl5pPr>
              <a:buClr>
                <a:schemeClr val="accent1"/>
              </a:buClr>
              <a:defRPr sz="1000"/>
            </a:lvl5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IN" dirty="0"/>
              <a:t>This can be used as either bullets/ paragraph</a:t>
            </a:r>
          </a:p>
          <a:p>
            <a:pPr lvl="0"/>
            <a:r>
              <a:rPr lang="en-US" dirty="0"/>
              <a:t>Level 1</a:t>
            </a:r>
          </a:p>
          <a:p>
            <a:pPr lvl="1"/>
            <a:r>
              <a:rPr lang="en-US" dirty="0"/>
              <a:t>Level 2</a:t>
            </a:r>
          </a:p>
          <a:p>
            <a:pPr lvl="1"/>
            <a:endParaRPr lang="en-US" dirty="0"/>
          </a:p>
        </p:txBody>
      </p:sp>
      <p:sp>
        <p:nvSpPr>
          <p:cNvPr id="73" name="Text Placeholder 17">
            <a:extLst>
              <a:ext uri="{FF2B5EF4-FFF2-40B4-BE49-F238E27FC236}">
                <a16:creationId xmlns:a16="http://schemas.microsoft.com/office/drawing/2014/main" id="{F455D69C-BF68-6CCB-1625-E094F1BAB4B5}"/>
              </a:ext>
            </a:extLst>
          </p:cNvPr>
          <p:cNvSpPr>
            <a:spLocks noGrp="1"/>
          </p:cNvSpPr>
          <p:nvPr>
            <p:ph type="body" sz="quarter" idx="123" hasCustomPrompt="1"/>
          </p:nvPr>
        </p:nvSpPr>
        <p:spPr>
          <a:xfrm>
            <a:off x="4711751" y="1371824"/>
            <a:ext cx="1929599" cy="921796"/>
          </a:xfrm>
          <a:prstGeom prst="rect">
            <a:avLst/>
          </a:prstGeom>
          <a:noFill/>
          <a:ln>
            <a:noFill/>
          </a:ln>
        </p:spPr>
        <p:txBody>
          <a:bodyPr tIns="90000"/>
          <a:lstStyle>
            <a:lvl1pPr>
              <a:buClr>
                <a:schemeClr val="accent1"/>
              </a:buClr>
              <a:defRPr sz="1050"/>
            </a:lvl1pPr>
            <a:lvl2pPr marL="514350" indent="-171450">
              <a:buClr>
                <a:schemeClr val="accent2"/>
              </a:buClr>
              <a:buFont typeface="Courier New" panose="02070309020205020404" pitchFamily="49" charset="0"/>
              <a:buChar char="o"/>
              <a:defRPr sz="1050"/>
            </a:lvl2pPr>
            <a:lvl3pPr marL="857250" indent="-171450">
              <a:buClr>
                <a:schemeClr val="accent1"/>
              </a:buClr>
              <a:buFont typeface="Wingdings" panose="05000000000000000000" pitchFamily="2" charset="2"/>
              <a:buChar char="§"/>
              <a:defRPr sz="1000"/>
            </a:lvl3pPr>
            <a:lvl4pPr>
              <a:buClr>
                <a:schemeClr val="accent1"/>
              </a:buClr>
              <a:defRPr sz="1000"/>
            </a:lvl4pPr>
            <a:lvl5pPr>
              <a:buClr>
                <a:schemeClr val="accent1"/>
              </a:buClr>
              <a:defRPr sz="1000"/>
            </a:lvl5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IN" dirty="0"/>
              <a:t>This can be used as either bullets/ paragraph</a:t>
            </a:r>
          </a:p>
          <a:p>
            <a:pPr lvl="0"/>
            <a:r>
              <a:rPr lang="en-US" dirty="0"/>
              <a:t>Level 1</a:t>
            </a:r>
          </a:p>
          <a:p>
            <a:pPr lvl="1"/>
            <a:r>
              <a:rPr lang="en-US" dirty="0"/>
              <a:t>Level 2</a:t>
            </a:r>
          </a:p>
          <a:p>
            <a:pPr lvl="1"/>
            <a:endParaRPr lang="en-US" dirty="0"/>
          </a:p>
        </p:txBody>
      </p:sp>
      <p:sp>
        <p:nvSpPr>
          <p:cNvPr id="74" name="Text Placeholder 17">
            <a:extLst>
              <a:ext uri="{FF2B5EF4-FFF2-40B4-BE49-F238E27FC236}">
                <a16:creationId xmlns:a16="http://schemas.microsoft.com/office/drawing/2014/main" id="{7F5797C8-0E75-A497-F126-2452B3739501}"/>
              </a:ext>
            </a:extLst>
          </p:cNvPr>
          <p:cNvSpPr>
            <a:spLocks noGrp="1"/>
          </p:cNvSpPr>
          <p:nvPr>
            <p:ph type="body" sz="quarter" idx="124" hasCustomPrompt="1"/>
          </p:nvPr>
        </p:nvSpPr>
        <p:spPr>
          <a:xfrm>
            <a:off x="2504711" y="1371824"/>
            <a:ext cx="1929599" cy="921796"/>
          </a:xfrm>
          <a:prstGeom prst="rect">
            <a:avLst/>
          </a:prstGeom>
          <a:noFill/>
          <a:ln>
            <a:noFill/>
          </a:ln>
        </p:spPr>
        <p:txBody>
          <a:bodyPr tIns="90000"/>
          <a:lstStyle>
            <a:lvl1pPr>
              <a:buClr>
                <a:schemeClr val="accent1"/>
              </a:buClr>
              <a:defRPr sz="1050"/>
            </a:lvl1pPr>
            <a:lvl2pPr marL="514350" indent="-171450">
              <a:buClr>
                <a:schemeClr val="accent2"/>
              </a:buClr>
              <a:buFont typeface="Courier New" panose="02070309020205020404" pitchFamily="49" charset="0"/>
              <a:buChar char="o"/>
              <a:defRPr sz="1050"/>
            </a:lvl2pPr>
            <a:lvl3pPr marL="685800" indent="0">
              <a:buClr>
                <a:schemeClr val="accent1"/>
              </a:buClr>
              <a:buFont typeface="Wingdings" panose="05000000000000000000" pitchFamily="2" charset="2"/>
              <a:buNone/>
              <a:defRPr sz="1000"/>
            </a:lvl3pPr>
            <a:lvl4pPr>
              <a:buClr>
                <a:schemeClr val="accent1"/>
              </a:buClr>
              <a:defRPr sz="1000"/>
            </a:lvl4pPr>
            <a:lvl5pPr>
              <a:buClr>
                <a:schemeClr val="accent1"/>
              </a:buClr>
              <a:defRPr sz="1000"/>
            </a:lvl5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IN" dirty="0"/>
              <a:t>This can be used as either bullets/ paragraph</a:t>
            </a:r>
          </a:p>
          <a:p>
            <a:pPr lvl="0"/>
            <a:r>
              <a:rPr lang="en-US" dirty="0"/>
              <a:t>Level 1</a:t>
            </a:r>
          </a:p>
          <a:p>
            <a:pPr lvl="1"/>
            <a:r>
              <a:rPr lang="en-US" dirty="0"/>
              <a:t>Level 2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5817476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image blocks slide with description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>
            <a:extLst>
              <a:ext uri="{FF2B5EF4-FFF2-40B4-BE49-F238E27FC236}">
                <a16:creationId xmlns:a16="http://schemas.microsoft.com/office/drawing/2014/main" id="{26F072B6-68B0-B4DE-E101-2E5DCAD04CFF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358187" y="-1"/>
            <a:ext cx="785814" cy="785814"/>
          </a:xfrm>
          <a:prstGeom prst="rect">
            <a:avLst/>
          </a:prstGeom>
        </p:spPr>
      </p:pic>
      <p:sp>
        <p:nvSpPr>
          <p:cNvPr id="16" name="Title 1">
            <a:extLst>
              <a:ext uri="{FF2B5EF4-FFF2-40B4-BE49-F238E27FC236}">
                <a16:creationId xmlns:a16="http://schemas.microsoft.com/office/drawing/2014/main" id="{2BF1A03F-6388-F3C7-962F-889781F61B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4247" y="188464"/>
            <a:ext cx="8133940" cy="461665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400" b="0" i="0">
                <a:solidFill>
                  <a:schemeClr val="accent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en-IN" dirty="0"/>
              <a:t>2 image blocks slide with description </a:t>
            </a:r>
            <a:endParaRPr lang="en-US" dirty="0"/>
          </a:p>
        </p:txBody>
      </p:sp>
      <p:sp>
        <p:nvSpPr>
          <p:cNvPr id="2" name="Slide Number Placeholder 6">
            <a:extLst>
              <a:ext uri="{FF2B5EF4-FFF2-40B4-BE49-F238E27FC236}">
                <a16:creationId xmlns:a16="http://schemas.microsoft.com/office/drawing/2014/main" id="{B22A845E-8F8F-097B-A2B6-B8A30C1B55F9}"/>
              </a:ext>
            </a:extLst>
          </p:cNvPr>
          <p:cNvSpPr txBox="1">
            <a:spLocks/>
          </p:cNvSpPr>
          <p:nvPr userDrawn="1"/>
        </p:nvSpPr>
        <p:spPr>
          <a:xfrm>
            <a:off x="58948" y="4831563"/>
            <a:ext cx="360098" cy="273844"/>
          </a:xfrm>
          <a:prstGeom prst="rect">
            <a:avLst/>
          </a:prstGeom>
        </p:spPr>
        <p:txBody>
          <a:bodyPr vert="horz" lIns="68580" tIns="34290" rIns="68580" bIns="34290" rtlCol="0" anchor="ctr"/>
          <a:lstStyle>
            <a:defPPr>
              <a:defRPr lang="en-US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2B60C70C-E473-9E49-863B-88FCC598397C}" type="slidenum">
              <a:rPr lang="en-US" sz="1000" smtClean="0">
                <a:solidFill>
                  <a:srgbClr val="EB262A"/>
                </a:solidFill>
              </a:rPr>
              <a:pPr algn="ctr"/>
              <a:t>‹#›</a:t>
            </a:fld>
            <a:endParaRPr lang="en-US" sz="1000" dirty="0">
              <a:solidFill>
                <a:srgbClr val="EB262A"/>
              </a:solidFill>
            </a:endParaRP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D316BAF4-27A8-09F1-36E8-A07C77DE58C8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38351" y="4865781"/>
            <a:ext cx="797806" cy="216000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CA64C152-3AAA-7FE2-3A17-A9B8E7D838D8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609" r="21970" b="-6351"/>
          <a:stretch/>
        </p:blipFill>
        <p:spPr>
          <a:xfrm>
            <a:off x="482385" y="4869686"/>
            <a:ext cx="7686676" cy="197599"/>
          </a:xfrm>
          <a:prstGeom prst="rect">
            <a:avLst/>
          </a:prstGeom>
        </p:spPr>
      </p:pic>
      <p:sp>
        <p:nvSpPr>
          <p:cNvPr id="6" name="Text Placeholder 17">
            <a:extLst>
              <a:ext uri="{FF2B5EF4-FFF2-40B4-BE49-F238E27FC236}">
                <a16:creationId xmlns:a16="http://schemas.microsoft.com/office/drawing/2014/main" id="{C13954D1-9698-81E8-3054-9E1C3A8CD86D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224247" y="2849253"/>
            <a:ext cx="4282572" cy="188084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lIns="180000" tIns="180000" rIns="180000"/>
          <a:lstStyle>
            <a:lvl1pPr>
              <a:buClr>
                <a:schemeClr val="accent1"/>
              </a:buClr>
              <a:defRPr sz="1050"/>
            </a:lvl1pPr>
            <a:lvl2pPr marL="514350" indent="-171450">
              <a:buClr>
                <a:schemeClr val="accent2"/>
              </a:buClr>
              <a:buFont typeface="Courier New" panose="02070309020205020404" pitchFamily="49" charset="0"/>
              <a:buChar char="o"/>
              <a:defRPr sz="1050"/>
            </a:lvl2pPr>
            <a:lvl3pPr marL="857250" indent="-171450">
              <a:buClr>
                <a:schemeClr val="accent1"/>
              </a:buClr>
              <a:buFont typeface="Wingdings" panose="05000000000000000000" pitchFamily="2" charset="2"/>
              <a:buChar char="§"/>
              <a:defRPr sz="1000"/>
            </a:lvl3pPr>
            <a:lvl4pPr>
              <a:buClr>
                <a:schemeClr val="accent1"/>
              </a:buClr>
              <a:defRPr sz="1000"/>
            </a:lvl4pPr>
            <a:lvl5pPr>
              <a:buClr>
                <a:schemeClr val="accent1"/>
              </a:buClr>
              <a:defRPr sz="1000"/>
            </a:lvl5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IN" dirty="0"/>
              <a:t>This can be used as either bullets/ paragraph</a:t>
            </a:r>
          </a:p>
          <a:p>
            <a:pPr lvl="0"/>
            <a:r>
              <a:rPr lang="en-US" dirty="0"/>
              <a:t>Level 1</a:t>
            </a:r>
          </a:p>
          <a:p>
            <a:pPr lvl="1"/>
            <a:r>
              <a:rPr lang="en-US" dirty="0"/>
              <a:t>Level 2</a:t>
            </a:r>
          </a:p>
          <a:p>
            <a:pPr lvl="2"/>
            <a:r>
              <a:rPr lang="en-US" dirty="0"/>
              <a:t>Level 3</a:t>
            </a:r>
          </a:p>
        </p:txBody>
      </p:sp>
      <p:sp>
        <p:nvSpPr>
          <p:cNvPr id="7" name="Text Placeholder 17">
            <a:extLst>
              <a:ext uri="{FF2B5EF4-FFF2-40B4-BE49-F238E27FC236}">
                <a16:creationId xmlns:a16="http://schemas.microsoft.com/office/drawing/2014/main" id="{258811AB-0000-C662-D963-EAAE0A25CD7E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4635274" y="2849253"/>
            <a:ext cx="4282572" cy="188084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lIns="180000" tIns="180000" rIns="180000"/>
          <a:lstStyle>
            <a:lvl1pPr>
              <a:buClr>
                <a:schemeClr val="accent1"/>
              </a:buClr>
              <a:defRPr sz="1050"/>
            </a:lvl1pPr>
            <a:lvl2pPr marL="514350" indent="-171450">
              <a:buClr>
                <a:schemeClr val="accent2"/>
              </a:buClr>
              <a:buFont typeface="Courier New" panose="02070309020205020404" pitchFamily="49" charset="0"/>
              <a:buChar char="o"/>
              <a:defRPr sz="1050"/>
            </a:lvl2pPr>
            <a:lvl3pPr marL="857250" indent="-171450">
              <a:buClr>
                <a:schemeClr val="accent1"/>
              </a:buClr>
              <a:buFont typeface="Wingdings" panose="05000000000000000000" pitchFamily="2" charset="2"/>
              <a:buChar char="§"/>
              <a:defRPr sz="1000"/>
            </a:lvl3pPr>
            <a:lvl4pPr>
              <a:buClr>
                <a:schemeClr val="accent1"/>
              </a:buClr>
              <a:defRPr sz="1000"/>
            </a:lvl4pPr>
            <a:lvl5pPr>
              <a:buClr>
                <a:schemeClr val="accent1"/>
              </a:buClr>
              <a:defRPr sz="1000"/>
            </a:lvl5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IN" dirty="0"/>
              <a:t>This can be used as either bullets/ paragraph</a:t>
            </a:r>
          </a:p>
          <a:p>
            <a:pPr lvl="0"/>
            <a:r>
              <a:rPr lang="en-US" dirty="0"/>
              <a:t>Level 1</a:t>
            </a:r>
          </a:p>
          <a:p>
            <a:pPr lvl="1"/>
            <a:r>
              <a:rPr lang="en-US" dirty="0"/>
              <a:t>Level 2</a:t>
            </a:r>
          </a:p>
          <a:p>
            <a:pPr lvl="2"/>
            <a:r>
              <a:rPr lang="en-US" dirty="0"/>
              <a:t>Level 3</a:t>
            </a:r>
          </a:p>
        </p:txBody>
      </p:sp>
      <p:sp>
        <p:nvSpPr>
          <p:cNvPr id="12" name="Picture Placeholder 2">
            <a:extLst>
              <a:ext uri="{FF2B5EF4-FFF2-40B4-BE49-F238E27FC236}">
                <a16:creationId xmlns:a16="http://schemas.microsoft.com/office/drawing/2014/main" id="{6C1AF881-C7EE-8449-8212-BE08B44C8DE9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4635274" y="994588"/>
            <a:ext cx="4282572" cy="1854665"/>
          </a:xfrm>
          <a:prstGeom prst="rect">
            <a:avLst/>
          </a:prstGeom>
          <a:solidFill>
            <a:schemeClr val="bg2">
              <a:alpha val="37000"/>
            </a:schemeClr>
          </a:solidFill>
        </p:spPr>
        <p:txBody>
          <a:bodyPr tIns="720000" anchor="ctr" anchorCtr="1"/>
          <a:lstStyle>
            <a:lvl1pPr marL="0" indent="0" algn="ctr">
              <a:buNone/>
              <a:defRPr sz="1400">
                <a:solidFill>
                  <a:schemeClr val="tx1"/>
                </a:solidFill>
              </a:defRPr>
            </a:lvl1pPr>
          </a:lstStyle>
          <a:p>
            <a:r>
              <a:rPr lang="en-IN" dirty="0"/>
              <a:t>Click icon to insert the image of your choice</a:t>
            </a:r>
          </a:p>
        </p:txBody>
      </p:sp>
      <p:sp>
        <p:nvSpPr>
          <p:cNvPr id="13" name="Picture Placeholder 2">
            <a:extLst>
              <a:ext uri="{FF2B5EF4-FFF2-40B4-BE49-F238E27FC236}">
                <a16:creationId xmlns:a16="http://schemas.microsoft.com/office/drawing/2014/main" id="{15103493-B778-E0B8-E138-6D4227680FA9}"/>
              </a:ext>
            </a:extLst>
          </p:cNvPr>
          <p:cNvSpPr>
            <a:spLocks noGrp="1"/>
          </p:cNvSpPr>
          <p:nvPr>
            <p:ph type="pic" sz="quarter" idx="36" hasCustomPrompt="1"/>
          </p:nvPr>
        </p:nvSpPr>
        <p:spPr>
          <a:xfrm>
            <a:off x="224247" y="994588"/>
            <a:ext cx="4282572" cy="1854665"/>
          </a:xfrm>
          <a:prstGeom prst="rect">
            <a:avLst/>
          </a:prstGeom>
          <a:solidFill>
            <a:schemeClr val="bg2">
              <a:alpha val="37000"/>
            </a:schemeClr>
          </a:solidFill>
        </p:spPr>
        <p:txBody>
          <a:bodyPr tIns="720000" anchor="ctr" anchorCtr="1"/>
          <a:lstStyle>
            <a:lvl1pPr marL="0" indent="0" algn="ctr">
              <a:buNone/>
              <a:defRPr sz="1400">
                <a:solidFill>
                  <a:schemeClr val="tx1"/>
                </a:solidFill>
              </a:defRPr>
            </a:lvl1pPr>
          </a:lstStyle>
          <a:p>
            <a:r>
              <a:rPr lang="en-IN" dirty="0"/>
              <a:t>Click icon to insert the image of your choice</a:t>
            </a:r>
          </a:p>
        </p:txBody>
      </p:sp>
    </p:spTree>
    <p:extLst>
      <p:ext uri="{BB962C8B-B14F-4D97-AF65-F5344CB8AC3E}">
        <p14:creationId xmlns:p14="http://schemas.microsoft.com/office/powerpoint/2010/main" val="281184838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image blocks slide with description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88C1F2D8-8416-B63B-BBAC-DB1666B1C04C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358187" y="-1"/>
            <a:ext cx="785814" cy="785814"/>
          </a:xfrm>
          <a:prstGeom prst="rect">
            <a:avLst/>
          </a:prstGeom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2C3AD32F-9183-4E18-023C-900EC408E3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4247" y="188464"/>
            <a:ext cx="8133940" cy="461665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400" b="0" i="0">
                <a:solidFill>
                  <a:schemeClr val="accent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en-IN" dirty="0"/>
              <a:t>3 image blocks slide with description </a:t>
            </a:r>
            <a:endParaRPr lang="en-US" dirty="0"/>
          </a:p>
        </p:txBody>
      </p:sp>
      <p:sp>
        <p:nvSpPr>
          <p:cNvPr id="3" name="Slide Number Placeholder 6">
            <a:extLst>
              <a:ext uri="{FF2B5EF4-FFF2-40B4-BE49-F238E27FC236}">
                <a16:creationId xmlns:a16="http://schemas.microsoft.com/office/drawing/2014/main" id="{879F1C93-E196-05C0-4304-809972CC664B}"/>
              </a:ext>
            </a:extLst>
          </p:cNvPr>
          <p:cNvSpPr txBox="1">
            <a:spLocks/>
          </p:cNvSpPr>
          <p:nvPr userDrawn="1"/>
        </p:nvSpPr>
        <p:spPr>
          <a:xfrm>
            <a:off x="58948" y="4831563"/>
            <a:ext cx="360098" cy="273844"/>
          </a:xfrm>
          <a:prstGeom prst="rect">
            <a:avLst/>
          </a:prstGeom>
        </p:spPr>
        <p:txBody>
          <a:bodyPr vert="horz" lIns="68580" tIns="34290" rIns="68580" bIns="34290" rtlCol="0" anchor="ctr"/>
          <a:lstStyle>
            <a:defPPr>
              <a:defRPr lang="en-US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2B60C70C-E473-9E49-863B-88FCC598397C}" type="slidenum">
              <a:rPr lang="en-US" sz="1000" smtClean="0">
                <a:solidFill>
                  <a:srgbClr val="EB262A"/>
                </a:solidFill>
              </a:rPr>
              <a:pPr algn="ctr"/>
              <a:t>‹#›</a:t>
            </a:fld>
            <a:endParaRPr lang="en-US" sz="1000" dirty="0">
              <a:solidFill>
                <a:srgbClr val="EB262A"/>
              </a:solidFill>
            </a:endParaRP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14D60DD8-5322-B68A-F6A0-9956669BC95E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38351" y="4865781"/>
            <a:ext cx="797806" cy="216000"/>
          </a:xfrm>
          <a:prstGeom prst="rect">
            <a:avLst/>
          </a:prstGeom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2F4071DD-996F-4CD0-7B5B-906AE5A68111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609" r="21970" b="-6351"/>
          <a:stretch/>
        </p:blipFill>
        <p:spPr>
          <a:xfrm>
            <a:off x="482385" y="4869686"/>
            <a:ext cx="7686676" cy="197599"/>
          </a:xfrm>
          <a:prstGeom prst="rect">
            <a:avLst/>
          </a:prstGeom>
        </p:spPr>
      </p:pic>
      <p:sp>
        <p:nvSpPr>
          <p:cNvPr id="8" name="Picture Placeholder 2">
            <a:extLst>
              <a:ext uri="{FF2B5EF4-FFF2-40B4-BE49-F238E27FC236}">
                <a16:creationId xmlns:a16="http://schemas.microsoft.com/office/drawing/2014/main" id="{4A849A3D-51D1-F614-5F30-F40894773626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224247" y="994588"/>
            <a:ext cx="2791573" cy="1854665"/>
          </a:xfrm>
          <a:prstGeom prst="rect">
            <a:avLst/>
          </a:prstGeom>
          <a:solidFill>
            <a:schemeClr val="bg2">
              <a:alpha val="37000"/>
            </a:schemeClr>
          </a:solidFill>
        </p:spPr>
        <p:txBody>
          <a:bodyPr tIns="720000" anchor="ctr" anchorCtr="1"/>
          <a:lstStyle>
            <a:lvl1pPr marL="0" indent="0" algn="ctr">
              <a:buNone/>
              <a:defRPr sz="1400">
                <a:solidFill>
                  <a:schemeClr val="tx1"/>
                </a:solidFill>
              </a:defRPr>
            </a:lvl1pPr>
          </a:lstStyle>
          <a:p>
            <a:r>
              <a:rPr lang="en-IN" dirty="0"/>
              <a:t>Click icon to insert the image of your choice</a:t>
            </a:r>
          </a:p>
        </p:txBody>
      </p:sp>
      <p:sp>
        <p:nvSpPr>
          <p:cNvPr id="13" name="Picture Placeholder 2">
            <a:extLst>
              <a:ext uri="{FF2B5EF4-FFF2-40B4-BE49-F238E27FC236}">
                <a16:creationId xmlns:a16="http://schemas.microsoft.com/office/drawing/2014/main" id="{D4880284-7BA1-6CC2-4039-9A72CCE7C07C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3176214" y="994588"/>
            <a:ext cx="2791573" cy="1854665"/>
          </a:xfrm>
          <a:prstGeom prst="rect">
            <a:avLst/>
          </a:prstGeom>
          <a:solidFill>
            <a:schemeClr val="bg2">
              <a:alpha val="37000"/>
            </a:schemeClr>
          </a:solidFill>
        </p:spPr>
        <p:txBody>
          <a:bodyPr tIns="720000" anchor="ctr" anchorCtr="1"/>
          <a:lstStyle>
            <a:lvl1pPr marL="0" indent="0" algn="ctr">
              <a:buNone/>
              <a:defRPr sz="1400">
                <a:solidFill>
                  <a:schemeClr val="tx1"/>
                </a:solidFill>
              </a:defRPr>
            </a:lvl1pPr>
          </a:lstStyle>
          <a:p>
            <a:r>
              <a:rPr lang="en-IN" dirty="0"/>
              <a:t>Click icon to insert the image of your choice</a:t>
            </a:r>
          </a:p>
        </p:txBody>
      </p:sp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88406B1F-AB4C-8801-3281-F98A52ACB02A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>
          <a:xfrm>
            <a:off x="6125319" y="994588"/>
            <a:ext cx="2791573" cy="1854665"/>
          </a:xfrm>
          <a:prstGeom prst="rect">
            <a:avLst/>
          </a:prstGeom>
          <a:solidFill>
            <a:schemeClr val="bg2">
              <a:alpha val="37000"/>
            </a:schemeClr>
          </a:solidFill>
        </p:spPr>
        <p:txBody>
          <a:bodyPr tIns="720000" anchor="ctr" anchorCtr="1"/>
          <a:lstStyle>
            <a:lvl1pPr marL="0" indent="0" algn="ctr">
              <a:buNone/>
              <a:defRPr sz="1400">
                <a:solidFill>
                  <a:schemeClr val="tx1"/>
                </a:solidFill>
              </a:defRPr>
            </a:lvl1pPr>
          </a:lstStyle>
          <a:p>
            <a:r>
              <a:rPr lang="en-IN" dirty="0"/>
              <a:t>Click icon to insert the image of your choice</a:t>
            </a:r>
          </a:p>
        </p:txBody>
      </p:sp>
      <p:sp>
        <p:nvSpPr>
          <p:cNvPr id="15" name="Text Placeholder 17">
            <a:extLst>
              <a:ext uri="{FF2B5EF4-FFF2-40B4-BE49-F238E27FC236}">
                <a16:creationId xmlns:a16="http://schemas.microsoft.com/office/drawing/2014/main" id="{9AC7B99F-651D-812E-4396-8FDB65BDDC6E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224247" y="2849253"/>
            <a:ext cx="2791573" cy="188084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lIns="180000" tIns="180000" rIns="180000"/>
          <a:lstStyle>
            <a:lvl1pPr>
              <a:buClr>
                <a:schemeClr val="accent1"/>
              </a:buClr>
              <a:defRPr sz="1050"/>
            </a:lvl1pPr>
            <a:lvl2pPr marL="514350" indent="-171450">
              <a:buClr>
                <a:schemeClr val="accent2"/>
              </a:buClr>
              <a:buFont typeface="Courier New" panose="02070309020205020404" pitchFamily="49" charset="0"/>
              <a:buChar char="o"/>
              <a:defRPr sz="1050"/>
            </a:lvl2pPr>
            <a:lvl3pPr marL="857250" indent="-171450">
              <a:buClr>
                <a:schemeClr val="accent1"/>
              </a:buClr>
              <a:buFont typeface="Wingdings" panose="05000000000000000000" pitchFamily="2" charset="2"/>
              <a:buChar char="§"/>
              <a:defRPr sz="1000"/>
            </a:lvl3pPr>
            <a:lvl4pPr>
              <a:buClr>
                <a:schemeClr val="accent1"/>
              </a:buClr>
              <a:defRPr sz="1000"/>
            </a:lvl4pPr>
            <a:lvl5pPr>
              <a:buClr>
                <a:schemeClr val="accent1"/>
              </a:buClr>
              <a:defRPr sz="1000"/>
            </a:lvl5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IN" dirty="0"/>
              <a:t>This can be used as either bullets/ paragraph</a:t>
            </a:r>
          </a:p>
          <a:p>
            <a:pPr lvl="0"/>
            <a:r>
              <a:rPr lang="en-US" dirty="0"/>
              <a:t>Level 1</a:t>
            </a:r>
          </a:p>
          <a:p>
            <a:pPr lvl="1"/>
            <a:r>
              <a:rPr lang="en-US" dirty="0"/>
              <a:t>Level 2</a:t>
            </a:r>
          </a:p>
          <a:p>
            <a:pPr lvl="2"/>
            <a:r>
              <a:rPr lang="en-US" dirty="0"/>
              <a:t>Level 3</a:t>
            </a:r>
          </a:p>
        </p:txBody>
      </p:sp>
      <p:sp>
        <p:nvSpPr>
          <p:cNvPr id="19" name="Text Placeholder 17">
            <a:extLst>
              <a:ext uri="{FF2B5EF4-FFF2-40B4-BE49-F238E27FC236}">
                <a16:creationId xmlns:a16="http://schemas.microsoft.com/office/drawing/2014/main" id="{9096DDC5-4744-E957-836D-BB424D9C06BC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3176214" y="2849253"/>
            <a:ext cx="2791573" cy="188084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lIns="180000" tIns="180000" rIns="180000"/>
          <a:lstStyle>
            <a:lvl1pPr>
              <a:buClr>
                <a:schemeClr val="accent1"/>
              </a:buClr>
              <a:defRPr sz="1050"/>
            </a:lvl1pPr>
            <a:lvl2pPr marL="514350" indent="-171450">
              <a:buClr>
                <a:schemeClr val="accent2"/>
              </a:buClr>
              <a:buFont typeface="Courier New" panose="02070309020205020404" pitchFamily="49" charset="0"/>
              <a:buChar char="o"/>
              <a:defRPr sz="1050"/>
            </a:lvl2pPr>
            <a:lvl3pPr marL="857250" indent="-171450">
              <a:buClr>
                <a:schemeClr val="accent1"/>
              </a:buClr>
              <a:buFont typeface="Wingdings" panose="05000000000000000000" pitchFamily="2" charset="2"/>
              <a:buChar char="§"/>
              <a:defRPr sz="1000"/>
            </a:lvl3pPr>
            <a:lvl4pPr>
              <a:buClr>
                <a:schemeClr val="accent1"/>
              </a:buClr>
              <a:defRPr sz="1000"/>
            </a:lvl4pPr>
            <a:lvl5pPr>
              <a:buClr>
                <a:schemeClr val="accent1"/>
              </a:buClr>
              <a:defRPr sz="1000"/>
            </a:lvl5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IN" dirty="0"/>
              <a:t>This can be used as either bullets/ paragraph</a:t>
            </a:r>
          </a:p>
          <a:p>
            <a:pPr lvl="0"/>
            <a:r>
              <a:rPr lang="en-US" dirty="0"/>
              <a:t>Level 1</a:t>
            </a:r>
          </a:p>
          <a:p>
            <a:pPr lvl="1"/>
            <a:r>
              <a:rPr lang="en-US" dirty="0"/>
              <a:t>Level 2</a:t>
            </a:r>
          </a:p>
          <a:p>
            <a:pPr lvl="2"/>
            <a:r>
              <a:rPr lang="en-US" dirty="0"/>
              <a:t>Level 3</a:t>
            </a:r>
          </a:p>
        </p:txBody>
      </p:sp>
      <p:sp>
        <p:nvSpPr>
          <p:cNvPr id="20" name="Text Placeholder 17">
            <a:extLst>
              <a:ext uri="{FF2B5EF4-FFF2-40B4-BE49-F238E27FC236}">
                <a16:creationId xmlns:a16="http://schemas.microsoft.com/office/drawing/2014/main" id="{B4943467-F57A-57FC-39C2-79B19DA21D35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6125319" y="2849253"/>
            <a:ext cx="2791573" cy="188084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lIns="180000" tIns="180000" rIns="180000"/>
          <a:lstStyle>
            <a:lvl1pPr>
              <a:buClr>
                <a:schemeClr val="accent1"/>
              </a:buClr>
              <a:defRPr sz="1050"/>
            </a:lvl1pPr>
            <a:lvl2pPr marL="514350" indent="-171450">
              <a:buClr>
                <a:schemeClr val="accent2"/>
              </a:buClr>
              <a:buFont typeface="Courier New" panose="02070309020205020404" pitchFamily="49" charset="0"/>
              <a:buChar char="o"/>
              <a:defRPr sz="1050"/>
            </a:lvl2pPr>
            <a:lvl3pPr marL="857250" indent="-171450">
              <a:buClr>
                <a:schemeClr val="accent1"/>
              </a:buClr>
              <a:buFont typeface="Wingdings" panose="05000000000000000000" pitchFamily="2" charset="2"/>
              <a:buChar char="§"/>
              <a:defRPr sz="1000"/>
            </a:lvl3pPr>
            <a:lvl4pPr>
              <a:buClr>
                <a:schemeClr val="accent1"/>
              </a:buClr>
              <a:defRPr sz="1000"/>
            </a:lvl4pPr>
            <a:lvl5pPr>
              <a:buClr>
                <a:schemeClr val="accent1"/>
              </a:buClr>
              <a:defRPr sz="1000"/>
            </a:lvl5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IN" dirty="0"/>
              <a:t>This can be used as either bullets/ paragraph</a:t>
            </a:r>
          </a:p>
          <a:p>
            <a:pPr lvl="0"/>
            <a:r>
              <a:rPr lang="en-US" dirty="0"/>
              <a:t>Level 1</a:t>
            </a:r>
          </a:p>
          <a:p>
            <a:pPr lvl="1"/>
            <a:r>
              <a:rPr lang="en-US" dirty="0"/>
              <a:t>Level 2</a:t>
            </a:r>
          </a:p>
          <a:p>
            <a:pPr lvl="2"/>
            <a:r>
              <a:rPr lang="en-US" dirty="0"/>
              <a:t>Level 3</a:t>
            </a:r>
          </a:p>
        </p:txBody>
      </p:sp>
    </p:spTree>
    <p:extLst>
      <p:ext uri="{BB962C8B-B14F-4D97-AF65-F5344CB8AC3E}">
        <p14:creationId xmlns:p14="http://schemas.microsoft.com/office/powerpoint/2010/main" val="410462108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step/block content slide without red ba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Title 1">
            <a:extLst>
              <a:ext uri="{FF2B5EF4-FFF2-40B4-BE49-F238E27FC236}">
                <a16:creationId xmlns:a16="http://schemas.microsoft.com/office/drawing/2014/main" id="{B64D6BF2-8524-2250-BCAF-2724A61A746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4247" y="188464"/>
            <a:ext cx="8133940" cy="461665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400" b="0" i="0">
                <a:solidFill>
                  <a:schemeClr val="accent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en-IN" dirty="0"/>
              <a:t>3-step/block content slide</a:t>
            </a:r>
            <a:endParaRPr lang="en-US" dirty="0"/>
          </a:p>
        </p:txBody>
      </p:sp>
      <p:sp>
        <p:nvSpPr>
          <p:cNvPr id="3" name="Slide Number Placeholder 6">
            <a:extLst>
              <a:ext uri="{FF2B5EF4-FFF2-40B4-BE49-F238E27FC236}">
                <a16:creationId xmlns:a16="http://schemas.microsoft.com/office/drawing/2014/main" id="{32A92A82-15C7-9B92-C225-7ECE9F27F8DF}"/>
              </a:ext>
            </a:extLst>
          </p:cNvPr>
          <p:cNvSpPr txBox="1">
            <a:spLocks/>
          </p:cNvSpPr>
          <p:nvPr userDrawn="1"/>
        </p:nvSpPr>
        <p:spPr>
          <a:xfrm>
            <a:off x="58948" y="4831563"/>
            <a:ext cx="360098" cy="273844"/>
          </a:xfrm>
          <a:prstGeom prst="rect">
            <a:avLst/>
          </a:prstGeom>
        </p:spPr>
        <p:txBody>
          <a:bodyPr vert="horz" lIns="68580" tIns="34290" rIns="68580" bIns="34290" rtlCol="0" anchor="ctr"/>
          <a:lstStyle>
            <a:defPPr>
              <a:defRPr lang="en-US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2B60C70C-E473-9E49-863B-88FCC598397C}" type="slidenum">
              <a:rPr lang="en-US" sz="1000" smtClean="0">
                <a:solidFill>
                  <a:srgbClr val="EB262A"/>
                </a:solidFill>
              </a:rPr>
              <a:pPr algn="ctr"/>
              <a:t>‹#›</a:t>
            </a:fld>
            <a:endParaRPr lang="en-US" sz="1000" dirty="0">
              <a:solidFill>
                <a:srgbClr val="EB262A"/>
              </a:solidFill>
            </a:endParaRP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3E8A5859-5BB5-34F5-FDDA-5FA921FE0829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38351" y="4865781"/>
            <a:ext cx="797806" cy="216000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6C4B89C0-BB80-2B69-06E7-26468F537205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609" r="21970" b="-6351"/>
          <a:stretch/>
        </p:blipFill>
        <p:spPr>
          <a:xfrm>
            <a:off x="482385" y="4869686"/>
            <a:ext cx="7686676" cy="197599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2BDB014A-FC2E-C04A-B9EC-365B23BC17BB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358187" y="-1"/>
            <a:ext cx="785814" cy="785814"/>
          </a:xfrm>
          <a:prstGeom prst="rect">
            <a:avLst/>
          </a:prstGeom>
        </p:spPr>
      </p:pic>
      <p:sp>
        <p:nvSpPr>
          <p:cNvPr id="14" name="Text Placeholder 68">
            <a:extLst>
              <a:ext uri="{FF2B5EF4-FFF2-40B4-BE49-F238E27FC236}">
                <a16:creationId xmlns:a16="http://schemas.microsoft.com/office/drawing/2014/main" id="{7A1C3A82-EED5-2102-A063-DA4D9ED2BFD8}"/>
              </a:ext>
            </a:extLst>
          </p:cNvPr>
          <p:cNvSpPr>
            <a:spLocks noGrp="1"/>
          </p:cNvSpPr>
          <p:nvPr>
            <p:ph type="body" sz="quarter" idx="93" hasCustomPrompt="1"/>
          </p:nvPr>
        </p:nvSpPr>
        <p:spPr>
          <a:xfrm>
            <a:off x="325682" y="1012769"/>
            <a:ext cx="2772000" cy="3665910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lIns="108000" tIns="108000"/>
          <a:lstStyle>
            <a:lvl1pPr>
              <a:defRPr lang="en-IN" sz="1400" dirty="0">
                <a:solidFill>
                  <a:schemeClr val="accent1"/>
                </a:solidFill>
              </a:defRPr>
            </a:lvl1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IN"/>
              <a:t>Heading</a:t>
            </a:r>
            <a:endParaRPr lang="en-IN" dirty="0"/>
          </a:p>
        </p:txBody>
      </p:sp>
      <p:sp>
        <p:nvSpPr>
          <p:cNvPr id="31" name="Text Placeholder 68">
            <a:extLst>
              <a:ext uri="{FF2B5EF4-FFF2-40B4-BE49-F238E27FC236}">
                <a16:creationId xmlns:a16="http://schemas.microsoft.com/office/drawing/2014/main" id="{940D6E86-3F30-5047-10FA-5BD1F0869444}"/>
              </a:ext>
            </a:extLst>
          </p:cNvPr>
          <p:cNvSpPr>
            <a:spLocks noGrp="1"/>
          </p:cNvSpPr>
          <p:nvPr>
            <p:ph type="body" sz="quarter" idx="96" hasCustomPrompt="1"/>
          </p:nvPr>
        </p:nvSpPr>
        <p:spPr>
          <a:xfrm>
            <a:off x="3185763" y="1012769"/>
            <a:ext cx="2772000" cy="3665910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lIns="108000" tIns="108000"/>
          <a:lstStyle>
            <a:lvl1pPr>
              <a:defRPr lang="en-IN" sz="1400" dirty="0">
                <a:solidFill>
                  <a:schemeClr val="accent1"/>
                </a:solidFill>
              </a:defRPr>
            </a:lvl1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IN"/>
              <a:t>Heading</a:t>
            </a:r>
            <a:endParaRPr lang="en-IN" dirty="0"/>
          </a:p>
        </p:txBody>
      </p:sp>
      <p:sp>
        <p:nvSpPr>
          <p:cNvPr id="42" name="Text Placeholder 68">
            <a:extLst>
              <a:ext uri="{FF2B5EF4-FFF2-40B4-BE49-F238E27FC236}">
                <a16:creationId xmlns:a16="http://schemas.microsoft.com/office/drawing/2014/main" id="{B4BF91C3-ACD1-4AD2-EDA3-4EFC2B5586C5}"/>
              </a:ext>
            </a:extLst>
          </p:cNvPr>
          <p:cNvSpPr>
            <a:spLocks noGrp="1"/>
          </p:cNvSpPr>
          <p:nvPr>
            <p:ph type="body" sz="quarter" idx="99" hasCustomPrompt="1"/>
          </p:nvPr>
        </p:nvSpPr>
        <p:spPr>
          <a:xfrm>
            <a:off x="6045843" y="1012769"/>
            <a:ext cx="2772000" cy="3665910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lIns="108000" tIns="108000"/>
          <a:lstStyle>
            <a:lvl1pPr>
              <a:defRPr lang="en-IN" sz="1400" dirty="0">
                <a:solidFill>
                  <a:schemeClr val="accent1"/>
                </a:solidFill>
              </a:defRPr>
            </a:lvl1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IN"/>
              <a:t>Heading</a:t>
            </a:r>
            <a:endParaRPr lang="en-IN" dirty="0"/>
          </a:p>
        </p:txBody>
      </p:sp>
      <p:sp>
        <p:nvSpPr>
          <p:cNvPr id="23" name="Text Placeholder 17">
            <a:extLst>
              <a:ext uri="{FF2B5EF4-FFF2-40B4-BE49-F238E27FC236}">
                <a16:creationId xmlns:a16="http://schemas.microsoft.com/office/drawing/2014/main" id="{CEF1F624-FC9C-C6C8-0C76-DE5DCE5818DA}"/>
              </a:ext>
            </a:extLst>
          </p:cNvPr>
          <p:cNvSpPr>
            <a:spLocks noGrp="1"/>
          </p:cNvSpPr>
          <p:nvPr>
            <p:ph type="body" sz="quarter" idx="101" hasCustomPrompt="1"/>
          </p:nvPr>
        </p:nvSpPr>
        <p:spPr>
          <a:xfrm>
            <a:off x="404731" y="1406764"/>
            <a:ext cx="2613903" cy="3149995"/>
          </a:xfrm>
          <a:prstGeom prst="rect">
            <a:avLst/>
          </a:prstGeom>
          <a:noFill/>
          <a:ln>
            <a:noFill/>
          </a:ln>
        </p:spPr>
        <p:txBody>
          <a:bodyPr tIns="90000"/>
          <a:lstStyle>
            <a:lvl1pPr>
              <a:buClr>
                <a:schemeClr val="accent1"/>
              </a:buClr>
              <a:defRPr sz="1050"/>
            </a:lvl1pPr>
            <a:lvl2pPr marL="514350" indent="-171450">
              <a:buClr>
                <a:schemeClr val="accent2"/>
              </a:buClr>
              <a:buFont typeface="Courier New" panose="02070309020205020404" pitchFamily="49" charset="0"/>
              <a:buChar char="o"/>
              <a:defRPr sz="1050"/>
            </a:lvl2pPr>
            <a:lvl3pPr marL="857250" indent="-171450">
              <a:buClr>
                <a:schemeClr val="accent1"/>
              </a:buClr>
              <a:buFont typeface="Wingdings" panose="05000000000000000000" pitchFamily="2" charset="2"/>
              <a:buChar char="§"/>
              <a:defRPr sz="1000"/>
            </a:lvl3pPr>
            <a:lvl4pPr>
              <a:buClr>
                <a:schemeClr val="accent1"/>
              </a:buClr>
              <a:defRPr sz="1000"/>
            </a:lvl4pPr>
            <a:lvl5pPr>
              <a:buClr>
                <a:schemeClr val="accent1"/>
              </a:buClr>
              <a:defRPr sz="1000"/>
            </a:lvl5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IN" dirty="0"/>
              <a:t>This can be used as either bullets/ paragraph</a:t>
            </a:r>
          </a:p>
          <a:p>
            <a:pPr lvl="0"/>
            <a:r>
              <a:rPr lang="en-US" dirty="0"/>
              <a:t>Level 1</a:t>
            </a:r>
          </a:p>
          <a:p>
            <a:pPr lvl="1"/>
            <a:r>
              <a:rPr lang="en-US" dirty="0"/>
              <a:t>Level 2</a:t>
            </a:r>
          </a:p>
          <a:p>
            <a:pPr lvl="2"/>
            <a:r>
              <a:rPr lang="en-US" dirty="0"/>
              <a:t>Level 3</a:t>
            </a:r>
          </a:p>
        </p:txBody>
      </p:sp>
      <p:sp>
        <p:nvSpPr>
          <p:cNvPr id="25" name="Text Placeholder 17">
            <a:extLst>
              <a:ext uri="{FF2B5EF4-FFF2-40B4-BE49-F238E27FC236}">
                <a16:creationId xmlns:a16="http://schemas.microsoft.com/office/drawing/2014/main" id="{761A826A-B2F5-88A8-CDAB-0822400502BD}"/>
              </a:ext>
            </a:extLst>
          </p:cNvPr>
          <p:cNvSpPr>
            <a:spLocks noGrp="1"/>
          </p:cNvSpPr>
          <p:nvPr>
            <p:ph type="body" sz="quarter" idx="107" hasCustomPrompt="1"/>
          </p:nvPr>
        </p:nvSpPr>
        <p:spPr>
          <a:xfrm>
            <a:off x="3268935" y="1406764"/>
            <a:ext cx="2605656" cy="3149995"/>
          </a:xfrm>
          <a:prstGeom prst="rect">
            <a:avLst/>
          </a:prstGeom>
          <a:noFill/>
          <a:ln>
            <a:noFill/>
          </a:ln>
        </p:spPr>
        <p:txBody>
          <a:bodyPr tIns="90000"/>
          <a:lstStyle>
            <a:lvl1pPr>
              <a:buClr>
                <a:schemeClr val="accent1"/>
              </a:buClr>
              <a:defRPr sz="1050"/>
            </a:lvl1pPr>
            <a:lvl2pPr marL="514350" indent="-171450">
              <a:buClr>
                <a:schemeClr val="accent2"/>
              </a:buClr>
              <a:buFont typeface="Courier New" panose="02070309020205020404" pitchFamily="49" charset="0"/>
              <a:buChar char="o"/>
              <a:defRPr sz="1050"/>
            </a:lvl2pPr>
            <a:lvl3pPr marL="857250" indent="-171450">
              <a:buClr>
                <a:schemeClr val="accent1"/>
              </a:buClr>
              <a:buFont typeface="Wingdings" panose="05000000000000000000" pitchFamily="2" charset="2"/>
              <a:buChar char="§"/>
              <a:defRPr sz="1000"/>
            </a:lvl3pPr>
            <a:lvl4pPr>
              <a:buClr>
                <a:schemeClr val="accent1"/>
              </a:buClr>
              <a:defRPr sz="1000"/>
            </a:lvl4pPr>
            <a:lvl5pPr>
              <a:buClr>
                <a:schemeClr val="accent1"/>
              </a:buClr>
              <a:defRPr sz="1000"/>
            </a:lvl5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IN" dirty="0"/>
              <a:t>This can be used as either bullets/ paragraph</a:t>
            </a:r>
          </a:p>
          <a:p>
            <a:pPr lvl="0"/>
            <a:r>
              <a:rPr lang="en-US" dirty="0"/>
              <a:t>Level 1</a:t>
            </a:r>
          </a:p>
          <a:p>
            <a:pPr lvl="1"/>
            <a:r>
              <a:rPr lang="en-US" dirty="0"/>
              <a:t>Level 2</a:t>
            </a:r>
          </a:p>
          <a:p>
            <a:pPr lvl="2"/>
            <a:r>
              <a:rPr lang="en-US" dirty="0"/>
              <a:t>Level 3</a:t>
            </a:r>
          </a:p>
        </p:txBody>
      </p:sp>
      <p:sp>
        <p:nvSpPr>
          <p:cNvPr id="27" name="Text Placeholder 17">
            <a:extLst>
              <a:ext uri="{FF2B5EF4-FFF2-40B4-BE49-F238E27FC236}">
                <a16:creationId xmlns:a16="http://schemas.microsoft.com/office/drawing/2014/main" id="{82DEE5AA-C95D-C0B6-C258-17475211D2D5}"/>
              </a:ext>
            </a:extLst>
          </p:cNvPr>
          <p:cNvSpPr>
            <a:spLocks noGrp="1"/>
          </p:cNvSpPr>
          <p:nvPr>
            <p:ph type="body" sz="quarter" idx="109" hasCustomPrompt="1"/>
          </p:nvPr>
        </p:nvSpPr>
        <p:spPr>
          <a:xfrm>
            <a:off x="6129015" y="1406764"/>
            <a:ext cx="2605656" cy="3149995"/>
          </a:xfrm>
          <a:prstGeom prst="rect">
            <a:avLst/>
          </a:prstGeom>
          <a:noFill/>
          <a:ln>
            <a:noFill/>
          </a:ln>
        </p:spPr>
        <p:txBody>
          <a:bodyPr tIns="90000"/>
          <a:lstStyle>
            <a:lvl1pPr>
              <a:buClr>
                <a:schemeClr val="accent1"/>
              </a:buClr>
              <a:defRPr sz="1050"/>
            </a:lvl1pPr>
            <a:lvl2pPr marL="514350" indent="-171450">
              <a:buClr>
                <a:schemeClr val="accent2"/>
              </a:buClr>
              <a:buFont typeface="Courier New" panose="02070309020205020404" pitchFamily="49" charset="0"/>
              <a:buChar char="o"/>
              <a:defRPr sz="1050"/>
            </a:lvl2pPr>
            <a:lvl3pPr marL="857250" indent="-171450">
              <a:buClr>
                <a:schemeClr val="accent1"/>
              </a:buClr>
              <a:buFont typeface="Wingdings" panose="05000000000000000000" pitchFamily="2" charset="2"/>
              <a:buChar char="§"/>
              <a:defRPr sz="1000"/>
            </a:lvl3pPr>
            <a:lvl4pPr>
              <a:buClr>
                <a:schemeClr val="accent1"/>
              </a:buClr>
              <a:defRPr sz="1000"/>
            </a:lvl4pPr>
            <a:lvl5pPr>
              <a:buClr>
                <a:schemeClr val="accent1"/>
              </a:buClr>
              <a:defRPr sz="1000"/>
            </a:lvl5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IN" dirty="0"/>
              <a:t>This can be used as either bullets/ paragraph</a:t>
            </a:r>
          </a:p>
          <a:p>
            <a:pPr lvl="0"/>
            <a:r>
              <a:rPr lang="en-US" dirty="0"/>
              <a:t>Level 1</a:t>
            </a:r>
          </a:p>
          <a:p>
            <a:pPr lvl="1"/>
            <a:r>
              <a:rPr lang="en-US" dirty="0"/>
              <a:t>Level 2</a:t>
            </a:r>
          </a:p>
          <a:p>
            <a:pPr lvl="2"/>
            <a:r>
              <a:rPr lang="en-US" dirty="0"/>
              <a:t>Level 3</a:t>
            </a:r>
          </a:p>
        </p:txBody>
      </p:sp>
    </p:spTree>
    <p:extLst>
      <p:ext uri="{BB962C8B-B14F-4D97-AF65-F5344CB8AC3E}">
        <p14:creationId xmlns:p14="http://schemas.microsoft.com/office/powerpoint/2010/main" val="288120719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-step/block content slide without red ba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Text Placeholder 68">
            <a:extLst>
              <a:ext uri="{FF2B5EF4-FFF2-40B4-BE49-F238E27FC236}">
                <a16:creationId xmlns:a16="http://schemas.microsoft.com/office/drawing/2014/main" id="{C4780C3B-18DD-4E39-B59B-A51EB791B8BF}"/>
              </a:ext>
            </a:extLst>
          </p:cNvPr>
          <p:cNvSpPr>
            <a:spLocks noGrp="1"/>
          </p:cNvSpPr>
          <p:nvPr>
            <p:ph type="body" sz="quarter" idx="96" hasCustomPrompt="1"/>
          </p:nvPr>
        </p:nvSpPr>
        <p:spPr>
          <a:xfrm>
            <a:off x="325682" y="1012769"/>
            <a:ext cx="4201830" cy="1800000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lIns="108000" tIns="108000"/>
          <a:lstStyle>
            <a:lvl1pPr>
              <a:defRPr lang="en-IN" sz="1400" dirty="0">
                <a:solidFill>
                  <a:schemeClr val="accent1"/>
                </a:solidFill>
              </a:defRPr>
            </a:lvl1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IN"/>
              <a:t>Heading</a:t>
            </a:r>
            <a:endParaRPr lang="en-IN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6FB96F-990E-FF2A-6AA1-21559667C261}"/>
              </a:ext>
            </a:extLst>
          </p:cNvPr>
          <p:cNvSpPr txBox="1">
            <a:spLocks/>
          </p:cNvSpPr>
          <p:nvPr userDrawn="1"/>
        </p:nvSpPr>
        <p:spPr>
          <a:xfrm>
            <a:off x="58948" y="4831563"/>
            <a:ext cx="360098" cy="273844"/>
          </a:xfrm>
          <a:prstGeom prst="rect">
            <a:avLst/>
          </a:prstGeom>
        </p:spPr>
        <p:txBody>
          <a:bodyPr vert="horz" lIns="68580" tIns="34290" rIns="68580" bIns="34290" rtlCol="0" anchor="ctr"/>
          <a:lstStyle>
            <a:defPPr>
              <a:defRPr lang="en-US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2B60C70C-E473-9E49-863B-88FCC598397C}" type="slidenum">
              <a:rPr lang="en-US" sz="1000" smtClean="0">
                <a:solidFill>
                  <a:srgbClr val="EB262A"/>
                </a:solidFill>
              </a:rPr>
              <a:pPr algn="ctr"/>
              <a:t>‹#›</a:t>
            </a:fld>
            <a:endParaRPr lang="en-US" sz="1000" dirty="0">
              <a:solidFill>
                <a:srgbClr val="EB262A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1823AE4D-41BA-C2BF-D6D3-F0B9B3D73F69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38351" y="4865781"/>
            <a:ext cx="797806" cy="216000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FD8E3703-E9AD-B999-F4B5-7FF77A5819ED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609" r="21970" b="-6351"/>
          <a:stretch/>
        </p:blipFill>
        <p:spPr>
          <a:xfrm>
            <a:off x="482385" y="4869686"/>
            <a:ext cx="7686676" cy="197599"/>
          </a:xfrm>
          <a:prstGeom prst="rect">
            <a:avLst/>
          </a:prstGeom>
        </p:spPr>
      </p:pic>
      <p:sp>
        <p:nvSpPr>
          <p:cNvPr id="23" name="Title 1">
            <a:extLst>
              <a:ext uri="{FF2B5EF4-FFF2-40B4-BE49-F238E27FC236}">
                <a16:creationId xmlns:a16="http://schemas.microsoft.com/office/drawing/2014/main" id="{EA485F36-4894-E308-2AD7-7F9CAB603926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224247" y="188464"/>
            <a:ext cx="8133940" cy="461665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400" b="0" i="0">
                <a:solidFill>
                  <a:schemeClr val="accent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en-IN" dirty="0"/>
              <a:t>4-step/block content slide</a:t>
            </a:r>
            <a:endParaRPr lang="en-US" dirty="0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5CD37C37-DB36-B04E-C9E0-17A55E6E218A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358187" y="-1"/>
            <a:ext cx="785814" cy="785814"/>
          </a:xfrm>
          <a:prstGeom prst="rect">
            <a:avLst/>
          </a:prstGeom>
        </p:spPr>
      </p:pic>
      <p:sp>
        <p:nvSpPr>
          <p:cNvPr id="47" name="Text Placeholder 68">
            <a:extLst>
              <a:ext uri="{FF2B5EF4-FFF2-40B4-BE49-F238E27FC236}">
                <a16:creationId xmlns:a16="http://schemas.microsoft.com/office/drawing/2014/main" id="{A38795BC-EA78-EF3D-4E52-3C135ECF536D}"/>
              </a:ext>
            </a:extLst>
          </p:cNvPr>
          <p:cNvSpPr>
            <a:spLocks noGrp="1"/>
          </p:cNvSpPr>
          <p:nvPr>
            <p:ph type="body" sz="quarter" idx="99" hasCustomPrompt="1"/>
          </p:nvPr>
        </p:nvSpPr>
        <p:spPr>
          <a:xfrm>
            <a:off x="4615592" y="1012769"/>
            <a:ext cx="4202251" cy="1800000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lIns="108000" tIns="108000"/>
          <a:lstStyle>
            <a:lvl1pPr>
              <a:defRPr lang="en-IN" sz="1400" dirty="0">
                <a:solidFill>
                  <a:schemeClr val="accent1"/>
                </a:solidFill>
              </a:defRPr>
            </a:lvl1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IN"/>
              <a:t>Heading</a:t>
            </a:r>
            <a:endParaRPr lang="en-IN" dirty="0"/>
          </a:p>
        </p:txBody>
      </p:sp>
      <p:sp>
        <p:nvSpPr>
          <p:cNvPr id="60" name="Text Placeholder 17">
            <a:extLst>
              <a:ext uri="{FF2B5EF4-FFF2-40B4-BE49-F238E27FC236}">
                <a16:creationId xmlns:a16="http://schemas.microsoft.com/office/drawing/2014/main" id="{006FB461-7159-0A96-2308-5A36ECAAACC8}"/>
              </a:ext>
            </a:extLst>
          </p:cNvPr>
          <p:cNvSpPr>
            <a:spLocks noGrp="1"/>
          </p:cNvSpPr>
          <p:nvPr>
            <p:ph type="body" sz="quarter" idx="101" hasCustomPrompt="1"/>
          </p:nvPr>
        </p:nvSpPr>
        <p:spPr>
          <a:xfrm>
            <a:off x="404731" y="1391525"/>
            <a:ext cx="4052969" cy="1334194"/>
          </a:xfrm>
          <a:prstGeom prst="rect">
            <a:avLst/>
          </a:prstGeom>
          <a:noFill/>
          <a:ln>
            <a:noFill/>
          </a:ln>
        </p:spPr>
        <p:txBody>
          <a:bodyPr tIns="90000"/>
          <a:lstStyle>
            <a:lvl1pPr>
              <a:buClr>
                <a:schemeClr val="accent1"/>
              </a:buClr>
              <a:defRPr sz="1050"/>
            </a:lvl1pPr>
            <a:lvl2pPr marL="514350" indent="-171450">
              <a:buClr>
                <a:schemeClr val="accent2"/>
              </a:buClr>
              <a:buFont typeface="Courier New" panose="02070309020205020404" pitchFamily="49" charset="0"/>
              <a:buChar char="o"/>
              <a:defRPr sz="1050"/>
            </a:lvl2pPr>
            <a:lvl3pPr marL="857250" indent="-171450">
              <a:buClr>
                <a:schemeClr val="accent1"/>
              </a:buClr>
              <a:buFont typeface="Wingdings" panose="05000000000000000000" pitchFamily="2" charset="2"/>
              <a:buChar char="§"/>
              <a:defRPr sz="1000"/>
            </a:lvl3pPr>
            <a:lvl4pPr>
              <a:buClr>
                <a:schemeClr val="accent1"/>
              </a:buClr>
              <a:defRPr sz="1000"/>
            </a:lvl4pPr>
            <a:lvl5pPr>
              <a:buClr>
                <a:schemeClr val="accent1"/>
              </a:buClr>
              <a:defRPr sz="1000"/>
            </a:lvl5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IN" dirty="0"/>
              <a:t>This can be used as either bullets/ paragraph</a:t>
            </a:r>
          </a:p>
          <a:p>
            <a:pPr lvl="0"/>
            <a:r>
              <a:rPr lang="en-US" dirty="0"/>
              <a:t>Level 1</a:t>
            </a:r>
          </a:p>
          <a:p>
            <a:pPr lvl="1"/>
            <a:r>
              <a:rPr lang="en-US" dirty="0"/>
              <a:t>Level 2</a:t>
            </a:r>
          </a:p>
          <a:p>
            <a:pPr lvl="2"/>
            <a:r>
              <a:rPr lang="en-US" dirty="0"/>
              <a:t>Level 3</a:t>
            </a:r>
          </a:p>
        </p:txBody>
      </p:sp>
      <p:sp>
        <p:nvSpPr>
          <p:cNvPr id="62" name="Text Placeholder 17">
            <a:extLst>
              <a:ext uri="{FF2B5EF4-FFF2-40B4-BE49-F238E27FC236}">
                <a16:creationId xmlns:a16="http://schemas.microsoft.com/office/drawing/2014/main" id="{00A70A7A-CFEB-BD39-FC47-76DBE1FA3C7A}"/>
              </a:ext>
            </a:extLst>
          </p:cNvPr>
          <p:cNvSpPr>
            <a:spLocks noGrp="1"/>
          </p:cNvSpPr>
          <p:nvPr>
            <p:ph type="body" sz="quarter" idx="119" hasCustomPrompt="1"/>
          </p:nvPr>
        </p:nvSpPr>
        <p:spPr>
          <a:xfrm>
            <a:off x="4687620" y="1391525"/>
            <a:ext cx="4052969" cy="1334194"/>
          </a:xfrm>
          <a:prstGeom prst="rect">
            <a:avLst/>
          </a:prstGeom>
          <a:noFill/>
          <a:ln>
            <a:noFill/>
          </a:ln>
        </p:spPr>
        <p:txBody>
          <a:bodyPr tIns="90000"/>
          <a:lstStyle>
            <a:lvl1pPr>
              <a:buClr>
                <a:schemeClr val="accent1"/>
              </a:buClr>
              <a:defRPr sz="1050"/>
            </a:lvl1pPr>
            <a:lvl2pPr marL="514350" indent="-171450">
              <a:buClr>
                <a:schemeClr val="accent2"/>
              </a:buClr>
              <a:buFont typeface="Courier New" panose="02070309020205020404" pitchFamily="49" charset="0"/>
              <a:buChar char="o"/>
              <a:defRPr sz="1050"/>
            </a:lvl2pPr>
            <a:lvl3pPr marL="857250" indent="-171450">
              <a:buClr>
                <a:schemeClr val="accent1"/>
              </a:buClr>
              <a:buFont typeface="Wingdings" panose="05000000000000000000" pitchFamily="2" charset="2"/>
              <a:buChar char="§"/>
              <a:defRPr sz="1000"/>
            </a:lvl3pPr>
            <a:lvl4pPr>
              <a:buClr>
                <a:schemeClr val="accent1"/>
              </a:buClr>
              <a:defRPr sz="1000"/>
            </a:lvl4pPr>
            <a:lvl5pPr>
              <a:buClr>
                <a:schemeClr val="accent1"/>
              </a:buClr>
              <a:defRPr sz="1000"/>
            </a:lvl5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IN" dirty="0"/>
              <a:t>This can be used as either bullets/ paragraph</a:t>
            </a:r>
          </a:p>
          <a:p>
            <a:pPr lvl="0"/>
            <a:r>
              <a:rPr lang="en-US" dirty="0"/>
              <a:t>Level 1</a:t>
            </a:r>
          </a:p>
          <a:p>
            <a:pPr lvl="1"/>
            <a:r>
              <a:rPr lang="en-US" dirty="0"/>
              <a:t>Level 2</a:t>
            </a:r>
          </a:p>
          <a:p>
            <a:pPr lvl="2"/>
            <a:r>
              <a:rPr lang="en-US" dirty="0"/>
              <a:t>Level 3</a:t>
            </a:r>
          </a:p>
        </p:txBody>
      </p:sp>
      <p:sp>
        <p:nvSpPr>
          <p:cNvPr id="69" name="Text Placeholder 68">
            <a:extLst>
              <a:ext uri="{FF2B5EF4-FFF2-40B4-BE49-F238E27FC236}">
                <a16:creationId xmlns:a16="http://schemas.microsoft.com/office/drawing/2014/main" id="{4BF7DF8A-8176-470C-4883-A466B0AFB2E1}"/>
              </a:ext>
            </a:extLst>
          </p:cNvPr>
          <p:cNvSpPr>
            <a:spLocks noGrp="1"/>
          </p:cNvSpPr>
          <p:nvPr>
            <p:ph type="body" sz="quarter" idx="120" hasCustomPrompt="1"/>
          </p:nvPr>
        </p:nvSpPr>
        <p:spPr>
          <a:xfrm>
            <a:off x="325682" y="2881910"/>
            <a:ext cx="4201830" cy="1800000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lIns="108000" tIns="108000"/>
          <a:lstStyle>
            <a:lvl1pPr>
              <a:defRPr lang="en-IN" sz="1400" dirty="0">
                <a:solidFill>
                  <a:schemeClr val="accent1"/>
                </a:solidFill>
              </a:defRPr>
            </a:lvl1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IN"/>
              <a:t>Heading</a:t>
            </a:r>
            <a:endParaRPr lang="en-IN" dirty="0"/>
          </a:p>
        </p:txBody>
      </p:sp>
      <p:sp>
        <p:nvSpPr>
          <p:cNvPr id="70" name="Text Placeholder 68">
            <a:extLst>
              <a:ext uri="{FF2B5EF4-FFF2-40B4-BE49-F238E27FC236}">
                <a16:creationId xmlns:a16="http://schemas.microsoft.com/office/drawing/2014/main" id="{E41FC715-426A-93D9-82D6-0904EBE9ACB3}"/>
              </a:ext>
            </a:extLst>
          </p:cNvPr>
          <p:cNvSpPr>
            <a:spLocks noGrp="1"/>
          </p:cNvSpPr>
          <p:nvPr>
            <p:ph type="body" sz="quarter" idx="121" hasCustomPrompt="1"/>
          </p:nvPr>
        </p:nvSpPr>
        <p:spPr>
          <a:xfrm>
            <a:off x="4615592" y="2881910"/>
            <a:ext cx="4202251" cy="1800000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lIns="108000" tIns="108000"/>
          <a:lstStyle>
            <a:lvl1pPr>
              <a:defRPr lang="en-IN" sz="1400" dirty="0">
                <a:solidFill>
                  <a:schemeClr val="accent1"/>
                </a:solidFill>
              </a:defRPr>
            </a:lvl1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IN"/>
              <a:t>Heading</a:t>
            </a:r>
            <a:endParaRPr lang="en-IN" dirty="0"/>
          </a:p>
        </p:txBody>
      </p:sp>
      <p:sp>
        <p:nvSpPr>
          <p:cNvPr id="72" name="Text Placeholder 17">
            <a:extLst>
              <a:ext uri="{FF2B5EF4-FFF2-40B4-BE49-F238E27FC236}">
                <a16:creationId xmlns:a16="http://schemas.microsoft.com/office/drawing/2014/main" id="{370922EB-6682-368D-6F87-999CBBE8015F}"/>
              </a:ext>
            </a:extLst>
          </p:cNvPr>
          <p:cNvSpPr>
            <a:spLocks noGrp="1"/>
          </p:cNvSpPr>
          <p:nvPr>
            <p:ph type="body" sz="quarter" idx="123" hasCustomPrompt="1"/>
          </p:nvPr>
        </p:nvSpPr>
        <p:spPr>
          <a:xfrm>
            <a:off x="404731" y="3260666"/>
            <a:ext cx="4052969" cy="1334194"/>
          </a:xfrm>
          <a:prstGeom prst="rect">
            <a:avLst/>
          </a:prstGeom>
          <a:noFill/>
          <a:ln>
            <a:noFill/>
          </a:ln>
        </p:spPr>
        <p:txBody>
          <a:bodyPr tIns="90000"/>
          <a:lstStyle>
            <a:lvl1pPr>
              <a:buClr>
                <a:schemeClr val="accent1"/>
              </a:buClr>
              <a:defRPr sz="1050"/>
            </a:lvl1pPr>
            <a:lvl2pPr marL="514350" indent="-171450">
              <a:buClr>
                <a:schemeClr val="accent2"/>
              </a:buClr>
              <a:buFont typeface="Courier New" panose="02070309020205020404" pitchFamily="49" charset="0"/>
              <a:buChar char="o"/>
              <a:defRPr sz="1050"/>
            </a:lvl2pPr>
            <a:lvl3pPr marL="857250" indent="-171450">
              <a:buClr>
                <a:schemeClr val="accent1"/>
              </a:buClr>
              <a:buFont typeface="Wingdings" panose="05000000000000000000" pitchFamily="2" charset="2"/>
              <a:buChar char="§"/>
              <a:defRPr sz="1000"/>
            </a:lvl3pPr>
            <a:lvl4pPr>
              <a:buClr>
                <a:schemeClr val="accent1"/>
              </a:buClr>
              <a:defRPr sz="1000"/>
            </a:lvl4pPr>
            <a:lvl5pPr>
              <a:buClr>
                <a:schemeClr val="accent1"/>
              </a:buClr>
              <a:defRPr sz="1000"/>
            </a:lvl5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IN" dirty="0"/>
              <a:t>This can be used as either bullets/ paragraph</a:t>
            </a:r>
          </a:p>
          <a:p>
            <a:pPr lvl="0"/>
            <a:r>
              <a:rPr lang="en-US" dirty="0"/>
              <a:t>Level 1</a:t>
            </a:r>
          </a:p>
          <a:p>
            <a:pPr lvl="1"/>
            <a:r>
              <a:rPr lang="en-US" dirty="0"/>
              <a:t>Level 2</a:t>
            </a:r>
          </a:p>
          <a:p>
            <a:pPr lvl="2"/>
            <a:r>
              <a:rPr lang="en-US" dirty="0"/>
              <a:t>Level 3</a:t>
            </a:r>
          </a:p>
        </p:txBody>
      </p:sp>
      <p:sp>
        <p:nvSpPr>
          <p:cNvPr id="74" name="Text Placeholder 17">
            <a:extLst>
              <a:ext uri="{FF2B5EF4-FFF2-40B4-BE49-F238E27FC236}">
                <a16:creationId xmlns:a16="http://schemas.microsoft.com/office/drawing/2014/main" id="{0E269CE5-716B-A37A-FE2D-7DDB6D883CAA}"/>
              </a:ext>
            </a:extLst>
          </p:cNvPr>
          <p:cNvSpPr>
            <a:spLocks noGrp="1"/>
          </p:cNvSpPr>
          <p:nvPr>
            <p:ph type="body" sz="quarter" idx="125" hasCustomPrompt="1"/>
          </p:nvPr>
        </p:nvSpPr>
        <p:spPr>
          <a:xfrm>
            <a:off x="4687620" y="3260666"/>
            <a:ext cx="4052969" cy="1334194"/>
          </a:xfrm>
          <a:prstGeom prst="rect">
            <a:avLst/>
          </a:prstGeom>
          <a:noFill/>
          <a:ln>
            <a:noFill/>
          </a:ln>
        </p:spPr>
        <p:txBody>
          <a:bodyPr tIns="90000"/>
          <a:lstStyle>
            <a:lvl1pPr>
              <a:buClr>
                <a:schemeClr val="accent1"/>
              </a:buClr>
              <a:defRPr sz="1050"/>
            </a:lvl1pPr>
            <a:lvl2pPr marL="514350" indent="-171450">
              <a:buClr>
                <a:schemeClr val="accent2"/>
              </a:buClr>
              <a:buFont typeface="Courier New" panose="02070309020205020404" pitchFamily="49" charset="0"/>
              <a:buChar char="o"/>
              <a:defRPr sz="1050"/>
            </a:lvl2pPr>
            <a:lvl3pPr marL="857250" indent="-171450">
              <a:buClr>
                <a:schemeClr val="accent1"/>
              </a:buClr>
              <a:buFont typeface="Wingdings" panose="05000000000000000000" pitchFamily="2" charset="2"/>
              <a:buChar char="§"/>
              <a:defRPr sz="1000"/>
            </a:lvl3pPr>
            <a:lvl4pPr>
              <a:buClr>
                <a:schemeClr val="accent1"/>
              </a:buClr>
              <a:defRPr sz="1000"/>
            </a:lvl4pPr>
            <a:lvl5pPr>
              <a:buClr>
                <a:schemeClr val="accent1"/>
              </a:buClr>
              <a:defRPr sz="1000"/>
            </a:lvl5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IN" dirty="0"/>
              <a:t>This can be used as either bullets/ paragraph</a:t>
            </a:r>
          </a:p>
          <a:p>
            <a:pPr lvl="0"/>
            <a:r>
              <a:rPr lang="en-US" dirty="0"/>
              <a:t>Level 1</a:t>
            </a:r>
          </a:p>
          <a:p>
            <a:pPr lvl="1"/>
            <a:r>
              <a:rPr lang="en-US" dirty="0"/>
              <a:t>Level 2</a:t>
            </a:r>
          </a:p>
          <a:p>
            <a:pPr lvl="2"/>
            <a:r>
              <a:rPr lang="en-US" dirty="0"/>
              <a:t>Level 3</a:t>
            </a:r>
          </a:p>
        </p:txBody>
      </p:sp>
    </p:spTree>
    <p:extLst>
      <p:ext uri="{BB962C8B-B14F-4D97-AF65-F5344CB8AC3E}">
        <p14:creationId xmlns:p14="http://schemas.microsoft.com/office/powerpoint/2010/main" val="322592769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-step/block content slide without red ba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ext Placeholder 68">
            <a:extLst>
              <a:ext uri="{FF2B5EF4-FFF2-40B4-BE49-F238E27FC236}">
                <a16:creationId xmlns:a16="http://schemas.microsoft.com/office/drawing/2014/main" id="{983DE5DF-5F6E-7165-3CAE-470C73C41080}"/>
              </a:ext>
            </a:extLst>
          </p:cNvPr>
          <p:cNvSpPr>
            <a:spLocks noGrp="1"/>
          </p:cNvSpPr>
          <p:nvPr>
            <p:ph type="body" sz="quarter" idx="112" hasCustomPrompt="1"/>
          </p:nvPr>
        </p:nvSpPr>
        <p:spPr>
          <a:xfrm>
            <a:off x="3185763" y="2878677"/>
            <a:ext cx="2772000" cy="1800001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lIns="108000" tIns="108000"/>
          <a:lstStyle>
            <a:lvl1pPr>
              <a:defRPr lang="en-IN" sz="1400" dirty="0">
                <a:solidFill>
                  <a:schemeClr val="accent1"/>
                </a:solidFill>
              </a:defRPr>
            </a:lvl1pPr>
          </a:lstStyle>
          <a:p>
            <a:pPr marL="0" marR="0" lvl="0" indent="0" fontAlgn="auto">
              <a:spcAft>
                <a:spcPts val="0"/>
              </a:spcAft>
              <a:buClrTx/>
              <a:buSzTx/>
              <a:buNone/>
              <a:tabLst/>
            </a:pPr>
            <a:r>
              <a:rPr lang="en-IN" dirty="0"/>
              <a:t>Heading</a:t>
            </a:r>
          </a:p>
          <a:p>
            <a:pPr marL="0" marR="0" lvl="0" indent="0" fontAlgn="auto">
              <a:spcAft>
                <a:spcPts val="0"/>
              </a:spcAft>
              <a:buClrTx/>
              <a:buSzTx/>
              <a:buNone/>
              <a:tabLst/>
            </a:pPr>
            <a:endParaRPr lang="en-IN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5F75CA25-FC95-8089-EBDE-0A46922BEBC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4247" y="188464"/>
            <a:ext cx="8133940" cy="461665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400" b="0" i="0">
                <a:solidFill>
                  <a:schemeClr val="accent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en-IN" dirty="0"/>
              <a:t>5-step/block content slide</a:t>
            </a:r>
            <a:endParaRPr lang="en-US" dirty="0"/>
          </a:p>
        </p:txBody>
      </p:sp>
      <p:sp>
        <p:nvSpPr>
          <p:cNvPr id="5" name="Slide Number Placeholder 6">
            <a:extLst>
              <a:ext uri="{FF2B5EF4-FFF2-40B4-BE49-F238E27FC236}">
                <a16:creationId xmlns:a16="http://schemas.microsoft.com/office/drawing/2014/main" id="{57B00230-282C-2C13-FD69-5790996D46B0}"/>
              </a:ext>
            </a:extLst>
          </p:cNvPr>
          <p:cNvSpPr txBox="1">
            <a:spLocks/>
          </p:cNvSpPr>
          <p:nvPr userDrawn="1"/>
        </p:nvSpPr>
        <p:spPr>
          <a:xfrm>
            <a:off x="58948" y="4831563"/>
            <a:ext cx="360098" cy="273844"/>
          </a:xfrm>
          <a:prstGeom prst="rect">
            <a:avLst/>
          </a:prstGeom>
        </p:spPr>
        <p:txBody>
          <a:bodyPr vert="horz" lIns="68580" tIns="34290" rIns="68580" bIns="34290" rtlCol="0" anchor="ctr"/>
          <a:lstStyle>
            <a:defPPr>
              <a:defRPr lang="en-US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2B60C70C-E473-9E49-863B-88FCC598397C}" type="slidenum">
              <a:rPr lang="en-US" sz="1000" smtClean="0">
                <a:solidFill>
                  <a:srgbClr val="EB262A"/>
                </a:solidFill>
              </a:rPr>
              <a:pPr algn="ctr"/>
              <a:t>‹#›</a:t>
            </a:fld>
            <a:endParaRPr lang="en-US" sz="1000" dirty="0">
              <a:solidFill>
                <a:srgbClr val="EB262A"/>
              </a:solidFill>
            </a:endParaRP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B0D5D274-A4B6-2882-1B2C-5DF1F1EE13EB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38351" y="4865781"/>
            <a:ext cx="797806" cy="216000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4C90741F-E0C1-6FBB-F03B-62CE39B1FB51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609" r="21970" b="-6351"/>
          <a:stretch/>
        </p:blipFill>
        <p:spPr>
          <a:xfrm>
            <a:off x="482385" y="4869686"/>
            <a:ext cx="7686676" cy="197599"/>
          </a:xfrm>
          <a:prstGeom prst="rect">
            <a:avLst/>
          </a:prstGeom>
        </p:spPr>
      </p:pic>
      <p:pic>
        <p:nvPicPr>
          <p:cNvPr id="37" name="Graphic 36">
            <a:extLst>
              <a:ext uri="{FF2B5EF4-FFF2-40B4-BE49-F238E27FC236}">
                <a16:creationId xmlns:a16="http://schemas.microsoft.com/office/drawing/2014/main" id="{8B4B8FC2-8E12-015D-904F-CF7A1B8640D2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358187" y="-1"/>
            <a:ext cx="785814" cy="785814"/>
          </a:xfrm>
          <a:prstGeom prst="rect">
            <a:avLst/>
          </a:prstGeom>
        </p:spPr>
      </p:pic>
      <p:sp>
        <p:nvSpPr>
          <p:cNvPr id="22" name="Text Placeholder 17">
            <a:extLst>
              <a:ext uri="{FF2B5EF4-FFF2-40B4-BE49-F238E27FC236}">
                <a16:creationId xmlns:a16="http://schemas.microsoft.com/office/drawing/2014/main" id="{CB075964-12A0-8397-D5B4-4E4BCA200E22}"/>
              </a:ext>
            </a:extLst>
          </p:cNvPr>
          <p:cNvSpPr>
            <a:spLocks noGrp="1"/>
          </p:cNvSpPr>
          <p:nvPr>
            <p:ph type="body" sz="quarter" idx="111" hasCustomPrompt="1"/>
          </p:nvPr>
        </p:nvSpPr>
        <p:spPr>
          <a:xfrm>
            <a:off x="3276960" y="3249371"/>
            <a:ext cx="2590079" cy="1345489"/>
          </a:xfrm>
          <a:prstGeom prst="rect">
            <a:avLst/>
          </a:prstGeom>
          <a:noFill/>
          <a:ln>
            <a:noFill/>
          </a:ln>
        </p:spPr>
        <p:txBody>
          <a:bodyPr tIns="90000"/>
          <a:lstStyle>
            <a:lvl1pPr>
              <a:buClr>
                <a:schemeClr val="accent1"/>
              </a:buClr>
              <a:defRPr sz="1050"/>
            </a:lvl1pPr>
            <a:lvl2pPr marL="514350" indent="-171450">
              <a:buClr>
                <a:schemeClr val="accent2"/>
              </a:buClr>
              <a:buFont typeface="Courier New" panose="02070309020205020404" pitchFamily="49" charset="0"/>
              <a:buChar char="o"/>
              <a:defRPr sz="1050"/>
            </a:lvl2pPr>
            <a:lvl3pPr marL="857250" indent="-171450">
              <a:buClr>
                <a:schemeClr val="accent1"/>
              </a:buClr>
              <a:buFont typeface="Wingdings" panose="05000000000000000000" pitchFamily="2" charset="2"/>
              <a:buChar char="§"/>
              <a:defRPr sz="1000"/>
            </a:lvl3pPr>
            <a:lvl4pPr>
              <a:buClr>
                <a:schemeClr val="accent1"/>
              </a:buClr>
              <a:defRPr sz="1000"/>
            </a:lvl4pPr>
            <a:lvl5pPr>
              <a:buClr>
                <a:schemeClr val="accent1"/>
              </a:buClr>
              <a:defRPr sz="1000"/>
            </a:lvl5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IN" dirty="0"/>
              <a:t>This can be used as either bullets/ paragraph</a:t>
            </a:r>
          </a:p>
          <a:p>
            <a:pPr lvl="0"/>
            <a:r>
              <a:rPr lang="en-US" dirty="0"/>
              <a:t>Level 1</a:t>
            </a:r>
          </a:p>
          <a:p>
            <a:pPr lvl="1"/>
            <a:r>
              <a:rPr lang="en-US" dirty="0"/>
              <a:t>Level 2</a:t>
            </a:r>
          </a:p>
          <a:p>
            <a:pPr lvl="2"/>
            <a:r>
              <a:rPr lang="en-US" dirty="0"/>
              <a:t>Level 3</a:t>
            </a:r>
          </a:p>
        </p:txBody>
      </p:sp>
      <p:sp>
        <p:nvSpPr>
          <p:cNvPr id="24" name="Text Placeholder 17">
            <a:extLst>
              <a:ext uri="{FF2B5EF4-FFF2-40B4-BE49-F238E27FC236}">
                <a16:creationId xmlns:a16="http://schemas.microsoft.com/office/drawing/2014/main" id="{E0305B62-6694-273D-5DCB-380B678501B4}"/>
              </a:ext>
            </a:extLst>
          </p:cNvPr>
          <p:cNvSpPr>
            <a:spLocks noGrp="1"/>
          </p:cNvSpPr>
          <p:nvPr>
            <p:ph type="body" sz="quarter" idx="103" hasCustomPrompt="1"/>
          </p:nvPr>
        </p:nvSpPr>
        <p:spPr>
          <a:xfrm>
            <a:off x="6136804" y="3249371"/>
            <a:ext cx="2590079" cy="1345489"/>
          </a:xfrm>
          <a:prstGeom prst="rect">
            <a:avLst/>
          </a:prstGeom>
          <a:noFill/>
          <a:ln>
            <a:noFill/>
          </a:ln>
        </p:spPr>
        <p:txBody>
          <a:bodyPr tIns="90000"/>
          <a:lstStyle>
            <a:lvl1pPr>
              <a:buClr>
                <a:schemeClr val="accent1"/>
              </a:buClr>
              <a:defRPr sz="1050"/>
            </a:lvl1pPr>
            <a:lvl2pPr marL="514350" indent="-171450">
              <a:buClr>
                <a:schemeClr val="accent2"/>
              </a:buClr>
              <a:buFont typeface="Courier New" panose="02070309020205020404" pitchFamily="49" charset="0"/>
              <a:buChar char="o"/>
              <a:defRPr sz="1050"/>
            </a:lvl2pPr>
            <a:lvl3pPr marL="857250" indent="-171450">
              <a:buClr>
                <a:schemeClr val="accent1"/>
              </a:buClr>
              <a:buFont typeface="Wingdings" panose="05000000000000000000" pitchFamily="2" charset="2"/>
              <a:buChar char="§"/>
              <a:defRPr sz="1000"/>
            </a:lvl3pPr>
            <a:lvl4pPr>
              <a:buClr>
                <a:schemeClr val="accent1"/>
              </a:buClr>
              <a:defRPr sz="1000"/>
            </a:lvl4pPr>
            <a:lvl5pPr>
              <a:buClr>
                <a:schemeClr val="accent1"/>
              </a:buClr>
              <a:defRPr sz="1000"/>
            </a:lvl5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IN" dirty="0"/>
              <a:t>This can be used as either bullets/ paragraph</a:t>
            </a:r>
          </a:p>
          <a:p>
            <a:pPr lvl="0"/>
            <a:r>
              <a:rPr lang="en-US" dirty="0"/>
              <a:t>Level 1</a:t>
            </a:r>
          </a:p>
          <a:p>
            <a:pPr lvl="1"/>
            <a:r>
              <a:rPr lang="en-US" dirty="0"/>
              <a:t>Level 2</a:t>
            </a:r>
          </a:p>
          <a:p>
            <a:pPr lvl="2"/>
            <a:r>
              <a:rPr lang="en-US" dirty="0"/>
              <a:t>Level 3</a:t>
            </a:r>
          </a:p>
        </p:txBody>
      </p:sp>
      <p:sp>
        <p:nvSpPr>
          <p:cNvPr id="36" name="Text Placeholder 68">
            <a:extLst>
              <a:ext uri="{FF2B5EF4-FFF2-40B4-BE49-F238E27FC236}">
                <a16:creationId xmlns:a16="http://schemas.microsoft.com/office/drawing/2014/main" id="{7175E318-BEC7-30DB-8ED1-602C8676F30A}"/>
              </a:ext>
            </a:extLst>
          </p:cNvPr>
          <p:cNvSpPr>
            <a:spLocks noGrp="1"/>
          </p:cNvSpPr>
          <p:nvPr>
            <p:ph type="body" sz="quarter" idx="93" hasCustomPrompt="1"/>
          </p:nvPr>
        </p:nvSpPr>
        <p:spPr>
          <a:xfrm>
            <a:off x="325682" y="2878677"/>
            <a:ext cx="2772000" cy="1800001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lIns="108000" tIns="108000"/>
          <a:lstStyle>
            <a:lvl1pPr>
              <a:defRPr lang="en-IN" sz="1400" dirty="0">
                <a:solidFill>
                  <a:schemeClr val="accent1"/>
                </a:solidFill>
              </a:defRPr>
            </a:lvl1pPr>
          </a:lstStyle>
          <a:p>
            <a:pPr marL="0" marR="0" lvl="0" indent="0" fontAlgn="auto">
              <a:spcAft>
                <a:spcPts val="0"/>
              </a:spcAft>
              <a:buClrTx/>
              <a:buSzTx/>
              <a:buNone/>
              <a:tabLst/>
            </a:pPr>
            <a:r>
              <a:rPr lang="en-IN" dirty="0"/>
              <a:t>Heading</a:t>
            </a:r>
          </a:p>
          <a:p>
            <a:pPr marL="0" marR="0" lvl="0" indent="0" fontAlgn="auto">
              <a:spcAft>
                <a:spcPts val="0"/>
              </a:spcAft>
              <a:buClrTx/>
              <a:buSzTx/>
              <a:buNone/>
              <a:tabLst/>
            </a:pPr>
            <a:endParaRPr lang="en-IN" dirty="0"/>
          </a:p>
        </p:txBody>
      </p:sp>
      <p:sp>
        <p:nvSpPr>
          <p:cNvPr id="40" name="Text Placeholder 68">
            <a:extLst>
              <a:ext uri="{FF2B5EF4-FFF2-40B4-BE49-F238E27FC236}">
                <a16:creationId xmlns:a16="http://schemas.microsoft.com/office/drawing/2014/main" id="{37A1FF43-A127-EE96-EA2D-D8B6550DAA3A}"/>
              </a:ext>
            </a:extLst>
          </p:cNvPr>
          <p:cNvSpPr>
            <a:spLocks noGrp="1"/>
          </p:cNvSpPr>
          <p:nvPr>
            <p:ph type="body" sz="quarter" idx="113" hasCustomPrompt="1"/>
          </p:nvPr>
        </p:nvSpPr>
        <p:spPr>
          <a:xfrm>
            <a:off x="6045843" y="2878677"/>
            <a:ext cx="2772000" cy="1800001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lIns="108000" tIns="108000"/>
          <a:lstStyle>
            <a:lvl1pPr>
              <a:defRPr lang="en-IN" sz="1400" dirty="0">
                <a:solidFill>
                  <a:schemeClr val="accent1"/>
                </a:solidFill>
              </a:defRPr>
            </a:lvl1pPr>
          </a:lstStyle>
          <a:p>
            <a:pPr marL="0" marR="0" lvl="0" indent="0" fontAlgn="auto">
              <a:spcAft>
                <a:spcPts val="0"/>
              </a:spcAft>
              <a:buClrTx/>
              <a:buSzTx/>
              <a:buNone/>
              <a:tabLst/>
            </a:pPr>
            <a:r>
              <a:rPr lang="en-IN" dirty="0"/>
              <a:t>Heading</a:t>
            </a:r>
          </a:p>
          <a:p>
            <a:pPr marL="0" marR="0" lvl="0" indent="0" fontAlgn="auto">
              <a:spcAft>
                <a:spcPts val="0"/>
              </a:spcAft>
              <a:buClrTx/>
              <a:buSzTx/>
              <a:buNone/>
              <a:tabLst/>
            </a:pPr>
            <a:endParaRPr lang="en-IN" dirty="0"/>
          </a:p>
        </p:txBody>
      </p:sp>
      <p:sp>
        <p:nvSpPr>
          <p:cNvPr id="52" name="Text Placeholder 17">
            <a:extLst>
              <a:ext uri="{FF2B5EF4-FFF2-40B4-BE49-F238E27FC236}">
                <a16:creationId xmlns:a16="http://schemas.microsoft.com/office/drawing/2014/main" id="{A670B9AD-A422-79FA-ABDE-6CFC1D240CB0}"/>
              </a:ext>
            </a:extLst>
          </p:cNvPr>
          <p:cNvSpPr>
            <a:spLocks noGrp="1"/>
          </p:cNvSpPr>
          <p:nvPr>
            <p:ph type="body" sz="quarter" idx="123" hasCustomPrompt="1"/>
          </p:nvPr>
        </p:nvSpPr>
        <p:spPr>
          <a:xfrm>
            <a:off x="404732" y="3253046"/>
            <a:ext cx="2607410" cy="1341576"/>
          </a:xfrm>
          <a:prstGeom prst="rect">
            <a:avLst/>
          </a:prstGeom>
          <a:noFill/>
          <a:ln>
            <a:noFill/>
          </a:ln>
        </p:spPr>
        <p:txBody>
          <a:bodyPr tIns="90000"/>
          <a:lstStyle>
            <a:lvl1pPr>
              <a:buClr>
                <a:schemeClr val="accent1"/>
              </a:buClr>
              <a:defRPr sz="1050"/>
            </a:lvl1pPr>
            <a:lvl2pPr marL="514350" indent="-171450">
              <a:buClr>
                <a:schemeClr val="accent2"/>
              </a:buClr>
              <a:buFont typeface="Courier New" panose="02070309020205020404" pitchFamily="49" charset="0"/>
              <a:buChar char="o"/>
              <a:defRPr sz="1050"/>
            </a:lvl2pPr>
            <a:lvl3pPr marL="857250" indent="-171450">
              <a:buClr>
                <a:schemeClr val="accent1"/>
              </a:buClr>
              <a:buFont typeface="Wingdings" panose="05000000000000000000" pitchFamily="2" charset="2"/>
              <a:buChar char="§"/>
              <a:defRPr sz="1000"/>
            </a:lvl3pPr>
            <a:lvl4pPr>
              <a:buClr>
                <a:schemeClr val="accent1"/>
              </a:buClr>
              <a:defRPr sz="1000"/>
            </a:lvl4pPr>
            <a:lvl5pPr>
              <a:buClr>
                <a:schemeClr val="accent1"/>
              </a:buClr>
              <a:defRPr sz="1000"/>
            </a:lvl5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IN" dirty="0"/>
              <a:t>This can be used as either bullets/ paragraph</a:t>
            </a:r>
          </a:p>
          <a:p>
            <a:pPr lvl="0"/>
            <a:r>
              <a:rPr lang="en-US" dirty="0"/>
              <a:t>Level 1</a:t>
            </a:r>
          </a:p>
          <a:p>
            <a:pPr lvl="1"/>
            <a:r>
              <a:rPr lang="en-US" dirty="0"/>
              <a:t>Level 2</a:t>
            </a:r>
          </a:p>
          <a:p>
            <a:pPr lvl="2"/>
            <a:r>
              <a:rPr lang="en-US" dirty="0"/>
              <a:t>Level 3</a:t>
            </a:r>
          </a:p>
        </p:txBody>
      </p:sp>
      <p:sp>
        <p:nvSpPr>
          <p:cNvPr id="58" name="Text Placeholder 68">
            <a:extLst>
              <a:ext uri="{FF2B5EF4-FFF2-40B4-BE49-F238E27FC236}">
                <a16:creationId xmlns:a16="http://schemas.microsoft.com/office/drawing/2014/main" id="{7A16B4FC-5A85-3F41-B7D3-B4F347EF6666}"/>
              </a:ext>
            </a:extLst>
          </p:cNvPr>
          <p:cNvSpPr>
            <a:spLocks noGrp="1"/>
          </p:cNvSpPr>
          <p:nvPr>
            <p:ph type="body" sz="quarter" idx="96" hasCustomPrompt="1"/>
          </p:nvPr>
        </p:nvSpPr>
        <p:spPr>
          <a:xfrm>
            <a:off x="325682" y="1012769"/>
            <a:ext cx="4201830" cy="1800000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lIns="108000" tIns="108000"/>
          <a:lstStyle>
            <a:lvl1pPr marL="0" indent="0">
              <a:buNone/>
              <a:defRPr sz="1400">
                <a:solidFill>
                  <a:schemeClr val="accent1"/>
                </a:solidFill>
              </a:defRPr>
            </a:lvl1pPr>
            <a:lvl2pPr marL="342900" indent="0">
              <a:buNone/>
              <a:defRPr/>
            </a:lvl2pPr>
            <a:lvl3pPr marL="685800" indent="0">
              <a:buNone/>
              <a:defRPr/>
            </a:lvl3pPr>
            <a:lvl4pPr marL="1028700" indent="0">
              <a:buNone/>
              <a:defRPr/>
            </a:lvl4pPr>
            <a:lvl5pPr marL="1371600" indent="0">
              <a:buNone/>
              <a:defRPr/>
            </a:lvl5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IN" dirty="0"/>
              <a:t>Heading</a:t>
            </a:r>
          </a:p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IN" dirty="0"/>
          </a:p>
        </p:txBody>
      </p:sp>
      <p:sp>
        <p:nvSpPr>
          <p:cNvPr id="59" name="Text Placeholder 68">
            <a:extLst>
              <a:ext uri="{FF2B5EF4-FFF2-40B4-BE49-F238E27FC236}">
                <a16:creationId xmlns:a16="http://schemas.microsoft.com/office/drawing/2014/main" id="{CF9A71B3-E794-8C94-C85E-BDEDD923A931}"/>
              </a:ext>
            </a:extLst>
          </p:cNvPr>
          <p:cNvSpPr>
            <a:spLocks noGrp="1"/>
          </p:cNvSpPr>
          <p:nvPr>
            <p:ph type="body" sz="quarter" idx="99" hasCustomPrompt="1"/>
          </p:nvPr>
        </p:nvSpPr>
        <p:spPr>
          <a:xfrm>
            <a:off x="4615592" y="1012769"/>
            <a:ext cx="4202251" cy="1800000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lIns="108000" tIns="108000"/>
          <a:lstStyle>
            <a:lvl1pPr>
              <a:defRPr lang="en-IN" sz="1400" dirty="0">
                <a:solidFill>
                  <a:schemeClr val="accent1"/>
                </a:solidFill>
              </a:defRPr>
            </a:lvl1pPr>
          </a:lstStyle>
          <a:p>
            <a:pPr marL="0" marR="0" lvl="0" indent="0" fontAlgn="auto">
              <a:spcAft>
                <a:spcPts val="0"/>
              </a:spcAft>
              <a:buClrTx/>
              <a:buSzTx/>
              <a:buNone/>
              <a:tabLst/>
            </a:pPr>
            <a:r>
              <a:rPr lang="en-IN" dirty="0"/>
              <a:t>Heading</a:t>
            </a:r>
          </a:p>
          <a:p>
            <a:pPr marL="0" marR="0" lvl="0" indent="0" fontAlgn="auto">
              <a:spcAft>
                <a:spcPts val="0"/>
              </a:spcAft>
              <a:buClrTx/>
              <a:buSzTx/>
              <a:buNone/>
              <a:tabLst/>
            </a:pPr>
            <a:endParaRPr lang="en-IN" dirty="0"/>
          </a:p>
        </p:txBody>
      </p:sp>
      <p:sp>
        <p:nvSpPr>
          <p:cNvPr id="63" name="Text Placeholder 17">
            <a:extLst>
              <a:ext uri="{FF2B5EF4-FFF2-40B4-BE49-F238E27FC236}">
                <a16:creationId xmlns:a16="http://schemas.microsoft.com/office/drawing/2014/main" id="{D2F925CE-7C66-0B06-02F6-850AE26AB04E}"/>
              </a:ext>
            </a:extLst>
          </p:cNvPr>
          <p:cNvSpPr>
            <a:spLocks noGrp="1"/>
          </p:cNvSpPr>
          <p:nvPr>
            <p:ph type="body" sz="quarter" idx="101" hasCustomPrompt="1"/>
          </p:nvPr>
        </p:nvSpPr>
        <p:spPr>
          <a:xfrm>
            <a:off x="404731" y="1383905"/>
            <a:ext cx="4052969" cy="1260058"/>
          </a:xfrm>
          <a:prstGeom prst="rect">
            <a:avLst/>
          </a:prstGeom>
          <a:noFill/>
          <a:ln>
            <a:noFill/>
          </a:ln>
        </p:spPr>
        <p:txBody>
          <a:bodyPr tIns="90000"/>
          <a:lstStyle>
            <a:lvl1pPr>
              <a:buClr>
                <a:schemeClr val="accent1"/>
              </a:buClr>
              <a:defRPr sz="1050"/>
            </a:lvl1pPr>
            <a:lvl2pPr marL="514350" indent="-171450">
              <a:buClr>
                <a:schemeClr val="accent2"/>
              </a:buClr>
              <a:buFont typeface="Courier New" panose="02070309020205020404" pitchFamily="49" charset="0"/>
              <a:buChar char="o"/>
              <a:defRPr sz="1050"/>
            </a:lvl2pPr>
            <a:lvl3pPr marL="857250" indent="-171450">
              <a:buClr>
                <a:schemeClr val="accent1"/>
              </a:buClr>
              <a:buFont typeface="Wingdings" panose="05000000000000000000" pitchFamily="2" charset="2"/>
              <a:buChar char="§"/>
              <a:defRPr sz="1000"/>
            </a:lvl3pPr>
            <a:lvl4pPr>
              <a:buClr>
                <a:schemeClr val="accent1"/>
              </a:buClr>
              <a:defRPr sz="1000"/>
            </a:lvl4pPr>
            <a:lvl5pPr>
              <a:buClr>
                <a:schemeClr val="accent1"/>
              </a:buClr>
              <a:defRPr sz="1000"/>
            </a:lvl5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IN" dirty="0"/>
              <a:t>This can be used as either bullets/ paragraph</a:t>
            </a:r>
          </a:p>
          <a:p>
            <a:pPr lvl="0"/>
            <a:r>
              <a:rPr lang="en-US" dirty="0"/>
              <a:t>Level 1</a:t>
            </a:r>
          </a:p>
          <a:p>
            <a:pPr lvl="1"/>
            <a:r>
              <a:rPr lang="en-US" dirty="0"/>
              <a:t>Level 2</a:t>
            </a:r>
          </a:p>
          <a:p>
            <a:pPr lvl="2"/>
            <a:r>
              <a:rPr lang="en-US" dirty="0"/>
              <a:t>Level 3</a:t>
            </a:r>
          </a:p>
        </p:txBody>
      </p:sp>
      <p:sp>
        <p:nvSpPr>
          <p:cNvPr id="67" name="Text Placeholder 17">
            <a:extLst>
              <a:ext uri="{FF2B5EF4-FFF2-40B4-BE49-F238E27FC236}">
                <a16:creationId xmlns:a16="http://schemas.microsoft.com/office/drawing/2014/main" id="{1340D207-D5F1-4795-9ED1-FF42160FEB47}"/>
              </a:ext>
            </a:extLst>
          </p:cNvPr>
          <p:cNvSpPr>
            <a:spLocks noGrp="1"/>
          </p:cNvSpPr>
          <p:nvPr>
            <p:ph type="body" sz="quarter" idx="119" hasCustomPrompt="1"/>
          </p:nvPr>
        </p:nvSpPr>
        <p:spPr>
          <a:xfrm>
            <a:off x="4687620" y="1383905"/>
            <a:ext cx="4052969" cy="1260058"/>
          </a:xfrm>
          <a:prstGeom prst="rect">
            <a:avLst/>
          </a:prstGeom>
          <a:noFill/>
          <a:ln>
            <a:noFill/>
          </a:ln>
        </p:spPr>
        <p:txBody>
          <a:bodyPr tIns="90000"/>
          <a:lstStyle>
            <a:lvl1pPr>
              <a:buClr>
                <a:schemeClr val="accent1"/>
              </a:buClr>
              <a:defRPr sz="1050"/>
            </a:lvl1pPr>
            <a:lvl2pPr marL="514350" indent="-171450">
              <a:buClr>
                <a:schemeClr val="accent2"/>
              </a:buClr>
              <a:buFont typeface="Courier New" panose="02070309020205020404" pitchFamily="49" charset="0"/>
              <a:buChar char="o"/>
              <a:defRPr sz="1050"/>
            </a:lvl2pPr>
            <a:lvl3pPr marL="857250" indent="-171450">
              <a:buClr>
                <a:schemeClr val="accent1"/>
              </a:buClr>
              <a:buFont typeface="Wingdings" panose="05000000000000000000" pitchFamily="2" charset="2"/>
              <a:buChar char="§"/>
              <a:defRPr sz="1000"/>
            </a:lvl3pPr>
            <a:lvl4pPr>
              <a:buClr>
                <a:schemeClr val="accent1"/>
              </a:buClr>
              <a:defRPr sz="1000"/>
            </a:lvl4pPr>
            <a:lvl5pPr>
              <a:buClr>
                <a:schemeClr val="accent1"/>
              </a:buClr>
              <a:defRPr sz="1000"/>
            </a:lvl5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IN" dirty="0"/>
              <a:t>This can be used as either bullets/ paragraph</a:t>
            </a:r>
          </a:p>
          <a:p>
            <a:pPr lvl="0"/>
            <a:r>
              <a:rPr lang="en-US" dirty="0"/>
              <a:t>Level 1</a:t>
            </a:r>
          </a:p>
          <a:p>
            <a:pPr lvl="1"/>
            <a:r>
              <a:rPr lang="en-US" dirty="0"/>
              <a:t>Level 2</a:t>
            </a:r>
          </a:p>
          <a:p>
            <a:pPr lvl="2"/>
            <a:r>
              <a:rPr lang="en-US" dirty="0"/>
              <a:t>Level 3</a:t>
            </a:r>
          </a:p>
        </p:txBody>
      </p:sp>
    </p:spTree>
    <p:extLst>
      <p:ext uri="{BB962C8B-B14F-4D97-AF65-F5344CB8AC3E}">
        <p14:creationId xmlns:p14="http://schemas.microsoft.com/office/powerpoint/2010/main" val="388492635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-step/block content slide without red ba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68">
            <a:extLst>
              <a:ext uri="{FF2B5EF4-FFF2-40B4-BE49-F238E27FC236}">
                <a16:creationId xmlns:a16="http://schemas.microsoft.com/office/drawing/2014/main" id="{E08CE682-E7E1-CED3-3BA0-49A6B4C281BC}"/>
              </a:ext>
            </a:extLst>
          </p:cNvPr>
          <p:cNvSpPr>
            <a:spLocks noGrp="1"/>
          </p:cNvSpPr>
          <p:nvPr>
            <p:ph type="body" sz="quarter" idx="93" hasCustomPrompt="1"/>
          </p:nvPr>
        </p:nvSpPr>
        <p:spPr>
          <a:xfrm>
            <a:off x="325682" y="2878677"/>
            <a:ext cx="2772000" cy="1800001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lIns="108000" tIns="108000"/>
          <a:lstStyle>
            <a:lvl1pPr>
              <a:defRPr lang="en-IN" sz="1400" dirty="0">
                <a:solidFill>
                  <a:schemeClr val="accent1"/>
                </a:solidFill>
              </a:defRPr>
            </a:lvl1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IN"/>
              <a:t>Heading</a:t>
            </a:r>
            <a:endParaRPr lang="en-IN" dirty="0"/>
          </a:p>
        </p:txBody>
      </p:sp>
      <p:sp>
        <p:nvSpPr>
          <p:cNvPr id="11" name="Text Placeholder 68">
            <a:extLst>
              <a:ext uri="{FF2B5EF4-FFF2-40B4-BE49-F238E27FC236}">
                <a16:creationId xmlns:a16="http://schemas.microsoft.com/office/drawing/2014/main" id="{695D9BFE-E30C-7E23-B654-414EAF0C8AFA}"/>
              </a:ext>
            </a:extLst>
          </p:cNvPr>
          <p:cNvSpPr>
            <a:spLocks noGrp="1"/>
          </p:cNvSpPr>
          <p:nvPr>
            <p:ph type="body" sz="quarter" idx="112" hasCustomPrompt="1"/>
          </p:nvPr>
        </p:nvSpPr>
        <p:spPr>
          <a:xfrm>
            <a:off x="3185097" y="2878677"/>
            <a:ext cx="2772000" cy="1800001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lIns="108000" tIns="108000"/>
          <a:lstStyle>
            <a:lvl1pPr>
              <a:defRPr lang="en-IN" sz="1400" dirty="0">
                <a:solidFill>
                  <a:schemeClr val="accent1"/>
                </a:solidFill>
              </a:defRPr>
            </a:lvl1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IN"/>
              <a:t>Heading</a:t>
            </a:r>
            <a:endParaRPr lang="en-IN" dirty="0"/>
          </a:p>
        </p:txBody>
      </p:sp>
      <p:sp>
        <p:nvSpPr>
          <p:cNvPr id="13" name="Text Placeholder 68">
            <a:extLst>
              <a:ext uri="{FF2B5EF4-FFF2-40B4-BE49-F238E27FC236}">
                <a16:creationId xmlns:a16="http://schemas.microsoft.com/office/drawing/2014/main" id="{75CB8551-5188-362B-2B81-3A764E61DDE2}"/>
              </a:ext>
            </a:extLst>
          </p:cNvPr>
          <p:cNvSpPr>
            <a:spLocks noGrp="1"/>
          </p:cNvSpPr>
          <p:nvPr>
            <p:ph type="body" sz="quarter" idx="113" hasCustomPrompt="1"/>
          </p:nvPr>
        </p:nvSpPr>
        <p:spPr>
          <a:xfrm>
            <a:off x="6045177" y="2878677"/>
            <a:ext cx="2772000" cy="1800001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lIns="108000" tIns="108000"/>
          <a:lstStyle>
            <a:lvl1pPr>
              <a:defRPr lang="en-IN" sz="1400" dirty="0">
                <a:solidFill>
                  <a:schemeClr val="accent1"/>
                </a:solidFill>
              </a:defRPr>
            </a:lvl1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IN"/>
              <a:t>Heading</a:t>
            </a:r>
            <a:endParaRPr lang="en-IN" dirty="0"/>
          </a:p>
        </p:txBody>
      </p:sp>
      <p:sp>
        <p:nvSpPr>
          <p:cNvPr id="45" name="Text Placeholder 68">
            <a:extLst>
              <a:ext uri="{FF2B5EF4-FFF2-40B4-BE49-F238E27FC236}">
                <a16:creationId xmlns:a16="http://schemas.microsoft.com/office/drawing/2014/main" id="{EF6C7AFF-F58E-0719-2BB6-033AEBFCD800}"/>
              </a:ext>
            </a:extLst>
          </p:cNvPr>
          <p:cNvSpPr>
            <a:spLocks noGrp="1"/>
          </p:cNvSpPr>
          <p:nvPr>
            <p:ph type="body" sz="quarter" idx="128" hasCustomPrompt="1"/>
          </p:nvPr>
        </p:nvSpPr>
        <p:spPr>
          <a:xfrm>
            <a:off x="325682" y="1011777"/>
            <a:ext cx="2772000" cy="1800001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lIns="108000" tIns="108000"/>
          <a:lstStyle>
            <a:lvl1pPr>
              <a:defRPr lang="en-IN" sz="1400" dirty="0">
                <a:solidFill>
                  <a:schemeClr val="accent1"/>
                </a:solidFill>
              </a:defRPr>
            </a:lvl1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IN"/>
              <a:t>Heading</a:t>
            </a:r>
            <a:endParaRPr lang="en-IN" dirty="0"/>
          </a:p>
        </p:txBody>
      </p:sp>
      <p:sp>
        <p:nvSpPr>
          <p:cNvPr id="46" name="Text Placeholder 68">
            <a:extLst>
              <a:ext uri="{FF2B5EF4-FFF2-40B4-BE49-F238E27FC236}">
                <a16:creationId xmlns:a16="http://schemas.microsoft.com/office/drawing/2014/main" id="{513B7D47-3912-68C4-6AB7-63BF52D18C1B}"/>
              </a:ext>
            </a:extLst>
          </p:cNvPr>
          <p:cNvSpPr>
            <a:spLocks noGrp="1"/>
          </p:cNvSpPr>
          <p:nvPr>
            <p:ph type="body" sz="quarter" idx="129" hasCustomPrompt="1"/>
          </p:nvPr>
        </p:nvSpPr>
        <p:spPr>
          <a:xfrm>
            <a:off x="3185097" y="1011777"/>
            <a:ext cx="2772000" cy="1800001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lIns="108000" tIns="108000"/>
          <a:lstStyle>
            <a:lvl1pPr>
              <a:defRPr lang="en-IN" sz="1400" dirty="0">
                <a:solidFill>
                  <a:schemeClr val="accent1"/>
                </a:solidFill>
              </a:defRPr>
            </a:lvl1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IN"/>
              <a:t>Heading</a:t>
            </a:r>
            <a:endParaRPr lang="en-IN" dirty="0"/>
          </a:p>
        </p:txBody>
      </p:sp>
      <p:sp>
        <p:nvSpPr>
          <p:cNvPr id="48" name="Text Placeholder 68">
            <a:extLst>
              <a:ext uri="{FF2B5EF4-FFF2-40B4-BE49-F238E27FC236}">
                <a16:creationId xmlns:a16="http://schemas.microsoft.com/office/drawing/2014/main" id="{A8C376C3-7196-6D8D-CCF2-6B4BDF48BD01}"/>
              </a:ext>
            </a:extLst>
          </p:cNvPr>
          <p:cNvSpPr>
            <a:spLocks noGrp="1"/>
          </p:cNvSpPr>
          <p:nvPr>
            <p:ph type="body" sz="quarter" idx="130" hasCustomPrompt="1"/>
          </p:nvPr>
        </p:nvSpPr>
        <p:spPr>
          <a:xfrm>
            <a:off x="6045177" y="1011777"/>
            <a:ext cx="2772000" cy="1800001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lIns="108000" tIns="108000"/>
          <a:lstStyle>
            <a:lvl1pPr>
              <a:defRPr lang="en-IN" sz="1400" dirty="0">
                <a:solidFill>
                  <a:schemeClr val="accent1"/>
                </a:solidFill>
              </a:defRPr>
            </a:lvl1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IN"/>
              <a:t>Heading</a:t>
            </a:r>
            <a:endParaRPr lang="en-IN" dirty="0"/>
          </a:p>
        </p:txBody>
      </p:sp>
      <p:sp>
        <p:nvSpPr>
          <p:cNvPr id="21" name="Title 1">
            <a:extLst>
              <a:ext uri="{FF2B5EF4-FFF2-40B4-BE49-F238E27FC236}">
                <a16:creationId xmlns:a16="http://schemas.microsoft.com/office/drawing/2014/main" id="{0FA30D2C-495E-07DC-6CEA-5E2942C0665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4247" y="188464"/>
            <a:ext cx="8133940" cy="461665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400" b="0" i="0">
                <a:solidFill>
                  <a:schemeClr val="accent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en-IN" dirty="0"/>
              <a:t>6-step/block content slide</a:t>
            </a:r>
            <a:endParaRPr lang="en-US" dirty="0"/>
          </a:p>
        </p:txBody>
      </p:sp>
      <p:sp>
        <p:nvSpPr>
          <p:cNvPr id="24" name="Slide Number Placeholder 6">
            <a:extLst>
              <a:ext uri="{FF2B5EF4-FFF2-40B4-BE49-F238E27FC236}">
                <a16:creationId xmlns:a16="http://schemas.microsoft.com/office/drawing/2014/main" id="{D69F1880-A7AF-5F8D-ADA9-3D357A4356B5}"/>
              </a:ext>
            </a:extLst>
          </p:cNvPr>
          <p:cNvSpPr txBox="1">
            <a:spLocks/>
          </p:cNvSpPr>
          <p:nvPr userDrawn="1"/>
        </p:nvSpPr>
        <p:spPr>
          <a:xfrm>
            <a:off x="58948" y="4831563"/>
            <a:ext cx="360098" cy="273844"/>
          </a:xfrm>
          <a:prstGeom prst="rect">
            <a:avLst/>
          </a:prstGeom>
        </p:spPr>
        <p:txBody>
          <a:bodyPr vert="horz" lIns="68580" tIns="34290" rIns="68580" bIns="34290" rtlCol="0" anchor="ctr"/>
          <a:lstStyle>
            <a:defPPr>
              <a:defRPr lang="en-US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2B60C70C-E473-9E49-863B-88FCC598397C}" type="slidenum">
              <a:rPr lang="en-US" sz="1000" smtClean="0">
                <a:solidFill>
                  <a:srgbClr val="EB262A"/>
                </a:solidFill>
              </a:rPr>
              <a:pPr algn="ctr"/>
              <a:t>‹#›</a:t>
            </a:fld>
            <a:endParaRPr lang="en-US" sz="1000" dirty="0">
              <a:solidFill>
                <a:srgbClr val="EB262A"/>
              </a:solidFill>
            </a:endParaRPr>
          </a:p>
        </p:txBody>
      </p:sp>
      <p:pic>
        <p:nvPicPr>
          <p:cNvPr id="25" name="Graphic 24">
            <a:extLst>
              <a:ext uri="{FF2B5EF4-FFF2-40B4-BE49-F238E27FC236}">
                <a16:creationId xmlns:a16="http://schemas.microsoft.com/office/drawing/2014/main" id="{BB8481EF-FF33-98E9-1475-1079EE78F65B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38351" y="4865781"/>
            <a:ext cx="797806" cy="216000"/>
          </a:xfrm>
          <a:prstGeom prst="rect">
            <a:avLst/>
          </a:prstGeom>
        </p:spPr>
      </p:pic>
      <p:pic>
        <p:nvPicPr>
          <p:cNvPr id="26" name="Graphic 25">
            <a:extLst>
              <a:ext uri="{FF2B5EF4-FFF2-40B4-BE49-F238E27FC236}">
                <a16:creationId xmlns:a16="http://schemas.microsoft.com/office/drawing/2014/main" id="{90B98CA5-9B78-37E3-0BB5-22D6F5AB7AC1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609" r="21970" b="-6351"/>
          <a:stretch/>
        </p:blipFill>
        <p:spPr>
          <a:xfrm>
            <a:off x="482385" y="4869686"/>
            <a:ext cx="7686676" cy="197599"/>
          </a:xfrm>
          <a:prstGeom prst="rect">
            <a:avLst/>
          </a:prstGeom>
        </p:spPr>
      </p:pic>
      <p:pic>
        <p:nvPicPr>
          <p:cNvPr id="89" name="Graphic 88">
            <a:extLst>
              <a:ext uri="{FF2B5EF4-FFF2-40B4-BE49-F238E27FC236}">
                <a16:creationId xmlns:a16="http://schemas.microsoft.com/office/drawing/2014/main" id="{D7992912-E055-2512-69D1-FD49C51FF4A8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358187" y="-1"/>
            <a:ext cx="785814" cy="785814"/>
          </a:xfrm>
          <a:prstGeom prst="rect">
            <a:avLst/>
          </a:prstGeom>
        </p:spPr>
      </p:pic>
      <p:sp>
        <p:nvSpPr>
          <p:cNvPr id="5" name="Text Placeholder 17">
            <a:extLst>
              <a:ext uri="{FF2B5EF4-FFF2-40B4-BE49-F238E27FC236}">
                <a16:creationId xmlns:a16="http://schemas.microsoft.com/office/drawing/2014/main" id="{2669A322-D9ED-558D-3A32-5D6EB4071BB5}"/>
              </a:ext>
            </a:extLst>
          </p:cNvPr>
          <p:cNvSpPr>
            <a:spLocks noGrp="1"/>
          </p:cNvSpPr>
          <p:nvPr>
            <p:ph type="body" sz="quarter" idx="111" hasCustomPrompt="1"/>
          </p:nvPr>
        </p:nvSpPr>
        <p:spPr>
          <a:xfrm>
            <a:off x="3278062" y="3241751"/>
            <a:ext cx="2590079" cy="1353109"/>
          </a:xfrm>
          <a:prstGeom prst="rect">
            <a:avLst/>
          </a:prstGeom>
          <a:noFill/>
          <a:ln>
            <a:noFill/>
          </a:ln>
        </p:spPr>
        <p:txBody>
          <a:bodyPr tIns="90000"/>
          <a:lstStyle>
            <a:lvl1pPr>
              <a:buClr>
                <a:schemeClr val="accent1"/>
              </a:buClr>
              <a:defRPr sz="1050"/>
            </a:lvl1pPr>
            <a:lvl2pPr marL="514350" indent="-171450">
              <a:buClr>
                <a:schemeClr val="accent2"/>
              </a:buClr>
              <a:buFont typeface="Courier New" panose="02070309020205020404" pitchFamily="49" charset="0"/>
              <a:buChar char="o"/>
              <a:defRPr sz="1050"/>
            </a:lvl2pPr>
            <a:lvl3pPr marL="857250" indent="-171450">
              <a:buClr>
                <a:schemeClr val="accent1"/>
              </a:buClr>
              <a:buFont typeface="Wingdings" panose="05000000000000000000" pitchFamily="2" charset="2"/>
              <a:buChar char="§"/>
              <a:defRPr sz="1000"/>
            </a:lvl3pPr>
            <a:lvl4pPr>
              <a:buClr>
                <a:schemeClr val="accent1"/>
              </a:buClr>
              <a:defRPr sz="1000"/>
            </a:lvl4pPr>
            <a:lvl5pPr>
              <a:buClr>
                <a:schemeClr val="accent1"/>
              </a:buClr>
              <a:defRPr sz="1000"/>
            </a:lvl5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IN" dirty="0"/>
              <a:t>This can be used as either bullets/ paragraph</a:t>
            </a:r>
          </a:p>
          <a:p>
            <a:pPr lvl="0"/>
            <a:r>
              <a:rPr lang="en-US" dirty="0"/>
              <a:t>Level 1</a:t>
            </a:r>
          </a:p>
          <a:p>
            <a:pPr lvl="1"/>
            <a:r>
              <a:rPr lang="en-US" dirty="0"/>
              <a:t>Level 2</a:t>
            </a:r>
          </a:p>
          <a:p>
            <a:pPr lvl="2"/>
            <a:r>
              <a:rPr lang="en-US" dirty="0"/>
              <a:t>Level 3</a:t>
            </a:r>
          </a:p>
        </p:txBody>
      </p:sp>
      <p:sp>
        <p:nvSpPr>
          <p:cNvPr id="7" name="Text Placeholder 17">
            <a:extLst>
              <a:ext uri="{FF2B5EF4-FFF2-40B4-BE49-F238E27FC236}">
                <a16:creationId xmlns:a16="http://schemas.microsoft.com/office/drawing/2014/main" id="{819FA9F3-95A4-6447-879B-4F1C0301E33F}"/>
              </a:ext>
            </a:extLst>
          </p:cNvPr>
          <p:cNvSpPr>
            <a:spLocks noGrp="1"/>
          </p:cNvSpPr>
          <p:nvPr>
            <p:ph type="body" sz="quarter" idx="103" hasCustomPrompt="1"/>
          </p:nvPr>
        </p:nvSpPr>
        <p:spPr>
          <a:xfrm>
            <a:off x="6136138" y="3241751"/>
            <a:ext cx="2590079" cy="1353109"/>
          </a:xfrm>
          <a:prstGeom prst="rect">
            <a:avLst/>
          </a:prstGeom>
          <a:noFill/>
          <a:ln>
            <a:noFill/>
          </a:ln>
        </p:spPr>
        <p:txBody>
          <a:bodyPr tIns="90000"/>
          <a:lstStyle>
            <a:lvl1pPr>
              <a:buClr>
                <a:schemeClr val="accent1"/>
              </a:buClr>
              <a:defRPr sz="1050"/>
            </a:lvl1pPr>
            <a:lvl2pPr marL="514350" indent="-171450">
              <a:buClr>
                <a:schemeClr val="accent2"/>
              </a:buClr>
              <a:buFont typeface="Courier New" panose="02070309020205020404" pitchFamily="49" charset="0"/>
              <a:buChar char="o"/>
              <a:defRPr sz="1050"/>
            </a:lvl2pPr>
            <a:lvl3pPr marL="857250" indent="-171450">
              <a:buClr>
                <a:schemeClr val="accent1"/>
              </a:buClr>
              <a:buFont typeface="Wingdings" panose="05000000000000000000" pitchFamily="2" charset="2"/>
              <a:buChar char="§"/>
              <a:defRPr sz="1000"/>
            </a:lvl3pPr>
            <a:lvl4pPr>
              <a:buClr>
                <a:schemeClr val="accent1"/>
              </a:buClr>
              <a:defRPr sz="1000"/>
            </a:lvl4pPr>
            <a:lvl5pPr>
              <a:buClr>
                <a:schemeClr val="accent1"/>
              </a:buClr>
              <a:defRPr sz="1000"/>
            </a:lvl5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IN" dirty="0"/>
              <a:t>This can be used as either bullets/ paragraph</a:t>
            </a:r>
          </a:p>
          <a:p>
            <a:pPr lvl="0"/>
            <a:r>
              <a:rPr lang="en-US" dirty="0"/>
              <a:t>Level 1</a:t>
            </a:r>
          </a:p>
          <a:p>
            <a:pPr lvl="1"/>
            <a:r>
              <a:rPr lang="en-US" dirty="0"/>
              <a:t>Level 2</a:t>
            </a:r>
          </a:p>
          <a:p>
            <a:pPr lvl="2"/>
            <a:r>
              <a:rPr lang="en-US" dirty="0"/>
              <a:t>Level 3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7D0A47F3-E7F2-FA0B-0CA1-66334E8EAE1E}"/>
              </a:ext>
            </a:extLst>
          </p:cNvPr>
          <p:cNvSpPr>
            <a:spLocks noGrp="1"/>
          </p:cNvSpPr>
          <p:nvPr>
            <p:ph type="body" sz="quarter" idx="123" hasCustomPrompt="1"/>
          </p:nvPr>
        </p:nvSpPr>
        <p:spPr>
          <a:xfrm>
            <a:off x="404066" y="3245426"/>
            <a:ext cx="2607410" cy="1349434"/>
          </a:xfrm>
          <a:prstGeom prst="rect">
            <a:avLst/>
          </a:prstGeom>
          <a:noFill/>
          <a:ln>
            <a:noFill/>
          </a:ln>
        </p:spPr>
        <p:txBody>
          <a:bodyPr tIns="90000"/>
          <a:lstStyle>
            <a:lvl1pPr>
              <a:buClr>
                <a:schemeClr val="accent1"/>
              </a:buClr>
              <a:defRPr sz="1050"/>
            </a:lvl1pPr>
            <a:lvl2pPr marL="514350" indent="-171450">
              <a:buClr>
                <a:schemeClr val="accent2"/>
              </a:buClr>
              <a:buFont typeface="Courier New" panose="02070309020205020404" pitchFamily="49" charset="0"/>
              <a:buChar char="o"/>
              <a:defRPr sz="1050"/>
            </a:lvl2pPr>
            <a:lvl3pPr marL="857250" indent="-171450">
              <a:buClr>
                <a:schemeClr val="accent1"/>
              </a:buClr>
              <a:buFont typeface="Wingdings" panose="05000000000000000000" pitchFamily="2" charset="2"/>
              <a:buChar char="§"/>
              <a:defRPr sz="1000"/>
            </a:lvl3pPr>
            <a:lvl4pPr>
              <a:buClr>
                <a:schemeClr val="accent1"/>
              </a:buClr>
              <a:defRPr sz="1000"/>
            </a:lvl4pPr>
            <a:lvl5pPr>
              <a:buClr>
                <a:schemeClr val="accent1"/>
              </a:buClr>
              <a:defRPr sz="1000"/>
            </a:lvl5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IN" dirty="0"/>
              <a:t>This can be used as either bullets/ paragraph</a:t>
            </a:r>
          </a:p>
          <a:p>
            <a:pPr lvl="0"/>
            <a:r>
              <a:rPr lang="en-US" dirty="0"/>
              <a:t>Level 1</a:t>
            </a:r>
          </a:p>
          <a:p>
            <a:pPr lvl="1"/>
            <a:r>
              <a:rPr lang="en-US" dirty="0"/>
              <a:t>Level 2</a:t>
            </a:r>
          </a:p>
          <a:p>
            <a:pPr lvl="2"/>
            <a:r>
              <a:rPr lang="en-US" dirty="0"/>
              <a:t>Level 3</a:t>
            </a:r>
          </a:p>
        </p:txBody>
      </p:sp>
      <p:sp>
        <p:nvSpPr>
          <p:cNvPr id="42" name="Text Placeholder 17">
            <a:extLst>
              <a:ext uri="{FF2B5EF4-FFF2-40B4-BE49-F238E27FC236}">
                <a16:creationId xmlns:a16="http://schemas.microsoft.com/office/drawing/2014/main" id="{CA283CEC-41CC-E94F-6B18-D21899949C3F}"/>
              </a:ext>
            </a:extLst>
          </p:cNvPr>
          <p:cNvSpPr>
            <a:spLocks noGrp="1"/>
          </p:cNvSpPr>
          <p:nvPr>
            <p:ph type="body" sz="quarter" idx="125" hasCustomPrompt="1"/>
          </p:nvPr>
        </p:nvSpPr>
        <p:spPr>
          <a:xfrm>
            <a:off x="3278062" y="1374851"/>
            <a:ext cx="2590079" cy="1263733"/>
          </a:xfrm>
          <a:prstGeom prst="rect">
            <a:avLst/>
          </a:prstGeom>
          <a:noFill/>
          <a:ln>
            <a:noFill/>
          </a:ln>
        </p:spPr>
        <p:txBody>
          <a:bodyPr tIns="90000"/>
          <a:lstStyle>
            <a:lvl1pPr>
              <a:buClr>
                <a:schemeClr val="accent1"/>
              </a:buClr>
              <a:defRPr sz="1050"/>
            </a:lvl1pPr>
            <a:lvl2pPr marL="514350" indent="-171450">
              <a:buClr>
                <a:schemeClr val="accent2"/>
              </a:buClr>
              <a:buFont typeface="Courier New" panose="02070309020205020404" pitchFamily="49" charset="0"/>
              <a:buChar char="o"/>
              <a:defRPr sz="1050"/>
            </a:lvl2pPr>
            <a:lvl3pPr marL="857250" indent="-171450">
              <a:buClr>
                <a:schemeClr val="accent1"/>
              </a:buClr>
              <a:buFont typeface="Wingdings" panose="05000000000000000000" pitchFamily="2" charset="2"/>
              <a:buChar char="§"/>
              <a:defRPr sz="1000"/>
            </a:lvl3pPr>
            <a:lvl4pPr>
              <a:buClr>
                <a:schemeClr val="accent1"/>
              </a:buClr>
              <a:defRPr sz="1000"/>
            </a:lvl4pPr>
            <a:lvl5pPr>
              <a:buClr>
                <a:schemeClr val="accent1"/>
              </a:buClr>
              <a:defRPr sz="1000"/>
            </a:lvl5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IN" dirty="0"/>
              <a:t>This can be used as either bullets/ paragraph</a:t>
            </a:r>
          </a:p>
          <a:p>
            <a:pPr lvl="0"/>
            <a:r>
              <a:rPr lang="en-US" dirty="0"/>
              <a:t>Level 1</a:t>
            </a:r>
          </a:p>
          <a:p>
            <a:pPr lvl="1"/>
            <a:r>
              <a:rPr lang="en-US" dirty="0"/>
              <a:t>Level 2</a:t>
            </a:r>
          </a:p>
          <a:p>
            <a:pPr lvl="2"/>
            <a:r>
              <a:rPr lang="en-US" dirty="0"/>
              <a:t>Level 3</a:t>
            </a:r>
          </a:p>
        </p:txBody>
      </p:sp>
      <p:sp>
        <p:nvSpPr>
          <p:cNvPr id="44" name="Text Placeholder 17">
            <a:extLst>
              <a:ext uri="{FF2B5EF4-FFF2-40B4-BE49-F238E27FC236}">
                <a16:creationId xmlns:a16="http://schemas.microsoft.com/office/drawing/2014/main" id="{C2F2BF5B-E7AA-4411-DBBB-582041FDA354}"/>
              </a:ext>
            </a:extLst>
          </p:cNvPr>
          <p:cNvSpPr>
            <a:spLocks noGrp="1"/>
          </p:cNvSpPr>
          <p:nvPr>
            <p:ph type="body" sz="quarter" idx="127" hasCustomPrompt="1"/>
          </p:nvPr>
        </p:nvSpPr>
        <p:spPr>
          <a:xfrm>
            <a:off x="6136138" y="1374851"/>
            <a:ext cx="2590079" cy="1263733"/>
          </a:xfrm>
          <a:prstGeom prst="rect">
            <a:avLst/>
          </a:prstGeom>
          <a:noFill/>
          <a:ln>
            <a:noFill/>
          </a:ln>
        </p:spPr>
        <p:txBody>
          <a:bodyPr tIns="90000"/>
          <a:lstStyle>
            <a:lvl1pPr>
              <a:buClr>
                <a:schemeClr val="accent1"/>
              </a:buClr>
              <a:defRPr sz="1050"/>
            </a:lvl1pPr>
            <a:lvl2pPr marL="514350" indent="-171450">
              <a:buClr>
                <a:schemeClr val="accent2"/>
              </a:buClr>
              <a:buFont typeface="Courier New" panose="02070309020205020404" pitchFamily="49" charset="0"/>
              <a:buChar char="o"/>
              <a:defRPr sz="1050"/>
            </a:lvl2pPr>
            <a:lvl3pPr marL="857250" indent="-171450">
              <a:buClr>
                <a:schemeClr val="accent1"/>
              </a:buClr>
              <a:buFont typeface="Wingdings" panose="05000000000000000000" pitchFamily="2" charset="2"/>
              <a:buChar char="§"/>
              <a:defRPr sz="1000"/>
            </a:lvl3pPr>
            <a:lvl4pPr>
              <a:buClr>
                <a:schemeClr val="accent1"/>
              </a:buClr>
              <a:defRPr sz="1000"/>
            </a:lvl4pPr>
            <a:lvl5pPr>
              <a:buClr>
                <a:schemeClr val="accent1"/>
              </a:buClr>
              <a:defRPr sz="1000"/>
            </a:lvl5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IN" dirty="0"/>
              <a:t>This can be used as either bullets/ paragraph</a:t>
            </a:r>
          </a:p>
          <a:p>
            <a:pPr lvl="0"/>
            <a:r>
              <a:rPr lang="en-US" dirty="0"/>
              <a:t>Level 1</a:t>
            </a:r>
          </a:p>
          <a:p>
            <a:pPr lvl="1"/>
            <a:r>
              <a:rPr lang="en-US" dirty="0"/>
              <a:t>Level 2</a:t>
            </a:r>
          </a:p>
          <a:p>
            <a:pPr lvl="2"/>
            <a:r>
              <a:rPr lang="en-US" dirty="0"/>
              <a:t>Level 3</a:t>
            </a:r>
          </a:p>
        </p:txBody>
      </p:sp>
      <p:sp>
        <p:nvSpPr>
          <p:cNvPr id="50" name="Text Placeholder 17">
            <a:extLst>
              <a:ext uri="{FF2B5EF4-FFF2-40B4-BE49-F238E27FC236}">
                <a16:creationId xmlns:a16="http://schemas.microsoft.com/office/drawing/2014/main" id="{B80C3157-738F-55BF-1856-FC2B2BC31C58}"/>
              </a:ext>
            </a:extLst>
          </p:cNvPr>
          <p:cNvSpPr>
            <a:spLocks noGrp="1"/>
          </p:cNvSpPr>
          <p:nvPr>
            <p:ph type="body" sz="quarter" idx="132" hasCustomPrompt="1"/>
          </p:nvPr>
        </p:nvSpPr>
        <p:spPr>
          <a:xfrm>
            <a:off x="404066" y="1378526"/>
            <a:ext cx="2607410" cy="1260058"/>
          </a:xfrm>
          <a:prstGeom prst="rect">
            <a:avLst/>
          </a:prstGeom>
          <a:noFill/>
          <a:ln>
            <a:noFill/>
          </a:ln>
        </p:spPr>
        <p:txBody>
          <a:bodyPr tIns="90000"/>
          <a:lstStyle>
            <a:lvl1pPr>
              <a:buClr>
                <a:schemeClr val="accent1"/>
              </a:buClr>
              <a:defRPr sz="1050"/>
            </a:lvl1pPr>
            <a:lvl2pPr marL="514350" indent="-171450">
              <a:buClr>
                <a:schemeClr val="accent2"/>
              </a:buClr>
              <a:buFont typeface="Courier New" panose="02070309020205020404" pitchFamily="49" charset="0"/>
              <a:buChar char="o"/>
              <a:defRPr sz="1050"/>
            </a:lvl2pPr>
            <a:lvl3pPr marL="857250" indent="-171450">
              <a:buClr>
                <a:schemeClr val="accent1"/>
              </a:buClr>
              <a:buFont typeface="Wingdings" panose="05000000000000000000" pitchFamily="2" charset="2"/>
              <a:buChar char="§"/>
              <a:defRPr sz="1000"/>
            </a:lvl3pPr>
            <a:lvl4pPr>
              <a:buClr>
                <a:schemeClr val="accent1"/>
              </a:buClr>
              <a:defRPr sz="1000"/>
            </a:lvl4pPr>
            <a:lvl5pPr>
              <a:buClr>
                <a:schemeClr val="accent1"/>
              </a:buClr>
              <a:defRPr sz="1000"/>
            </a:lvl5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IN" dirty="0"/>
              <a:t>This can be used as either bullets/ paragraph</a:t>
            </a:r>
          </a:p>
          <a:p>
            <a:pPr lvl="0"/>
            <a:r>
              <a:rPr lang="en-US" dirty="0"/>
              <a:t>Level 1</a:t>
            </a:r>
          </a:p>
          <a:p>
            <a:pPr lvl="1"/>
            <a:r>
              <a:rPr lang="en-US" dirty="0"/>
              <a:t>Level 2</a:t>
            </a:r>
          </a:p>
          <a:p>
            <a:pPr lvl="2"/>
            <a:r>
              <a:rPr lang="en-US" dirty="0"/>
              <a:t>Level 3</a:t>
            </a:r>
          </a:p>
        </p:txBody>
      </p:sp>
    </p:spTree>
    <p:extLst>
      <p:ext uri="{BB962C8B-B14F-4D97-AF65-F5344CB8AC3E}">
        <p14:creationId xmlns:p14="http://schemas.microsoft.com/office/powerpoint/2010/main" val="3735058787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26BF8A8A-A07B-D51F-A86D-FB31018090B5}"/>
              </a:ext>
            </a:extLst>
          </p:cNvPr>
          <p:cNvSpPr/>
          <p:nvPr/>
        </p:nvSpPr>
        <p:spPr>
          <a:xfrm>
            <a:off x="7755627" y="4802131"/>
            <a:ext cx="1120543" cy="2704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13" dirty="0"/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470FF67C-E9A3-97B2-BCA9-1DC7F3431744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358187" y="-1"/>
            <a:ext cx="785814" cy="785814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C288A391-C243-5C63-894C-54572C29B55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4247" y="188464"/>
            <a:ext cx="8133940" cy="461665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400" b="0" i="0">
                <a:solidFill>
                  <a:schemeClr val="accent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en-IN" dirty="0"/>
              <a:t>Slide with image</a:t>
            </a:r>
            <a:endParaRPr lang="en-US" dirty="0"/>
          </a:p>
        </p:txBody>
      </p:sp>
      <p:sp>
        <p:nvSpPr>
          <p:cNvPr id="5" name="Slide Number Placeholder 6">
            <a:extLst>
              <a:ext uri="{FF2B5EF4-FFF2-40B4-BE49-F238E27FC236}">
                <a16:creationId xmlns:a16="http://schemas.microsoft.com/office/drawing/2014/main" id="{1D83575E-270F-99F3-7C58-E10ED25DCAA6}"/>
              </a:ext>
            </a:extLst>
          </p:cNvPr>
          <p:cNvSpPr txBox="1">
            <a:spLocks/>
          </p:cNvSpPr>
          <p:nvPr userDrawn="1"/>
        </p:nvSpPr>
        <p:spPr>
          <a:xfrm>
            <a:off x="58948" y="4831563"/>
            <a:ext cx="360098" cy="273844"/>
          </a:xfrm>
          <a:prstGeom prst="rect">
            <a:avLst/>
          </a:prstGeom>
        </p:spPr>
        <p:txBody>
          <a:bodyPr vert="horz" lIns="68580" tIns="34290" rIns="68580" bIns="34290" rtlCol="0" anchor="ctr"/>
          <a:lstStyle>
            <a:defPPr>
              <a:defRPr lang="en-US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2B60C70C-E473-9E49-863B-88FCC598397C}" type="slidenum">
              <a:rPr lang="en-US" sz="1000" smtClean="0">
                <a:solidFill>
                  <a:srgbClr val="EB262A"/>
                </a:solidFill>
              </a:rPr>
              <a:pPr algn="ctr"/>
              <a:t>‹#›</a:t>
            </a:fld>
            <a:endParaRPr lang="en-US" sz="1000" dirty="0">
              <a:solidFill>
                <a:srgbClr val="EB262A"/>
              </a:solidFill>
            </a:endParaRP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A6E1D782-C56D-C41D-4431-65121A51A8C6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38351" y="4865781"/>
            <a:ext cx="797806" cy="216000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833DB54F-9C01-2444-952E-D2D1FB587873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609" r="21970" b="-6351"/>
          <a:stretch/>
        </p:blipFill>
        <p:spPr>
          <a:xfrm>
            <a:off x="482385" y="4869686"/>
            <a:ext cx="7686676" cy="197599"/>
          </a:xfrm>
          <a:prstGeom prst="rect">
            <a:avLst/>
          </a:prstGeom>
        </p:spPr>
      </p:pic>
      <p:sp>
        <p:nvSpPr>
          <p:cNvPr id="14" name="Text Placeholder 68">
            <a:extLst>
              <a:ext uri="{FF2B5EF4-FFF2-40B4-BE49-F238E27FC236}">
                <a16:creationId xmlns:a16="http://schemas.microsoft.com/office/drawing/2014/main" id="{B8E4E600-2535-855E-C25D-6F59BD79B20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637184" y="994588"/>
            <a:ext cx="4282570" cy="358709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accent1"/>
                </a:solidFill>
              </a:defRPr>
            </a:lvl1pPr>
            <a:lvl2pPr marL="342900" indent="0">
              <a:buNone/>
              <a:defRPr/>
            </a:lvl2pPr>
            <a:lvl3pPr marL="685800" indent="0">
              <a:buNone/>
              <a:defRPr/>
            </a:lvl3pPr>
            <a:lvl4pPr marL="1028700" indent="0">
              <a:buNone/>
              <a:defRPr/>
            </a:lvl4pPr>
            <a:lvl5pPr marL="1371600" indent="0">
              <a:buNone/>
              <a:defRPr/>
            </a:lvl5pPr>
          </a:lstStyle>
          <a:p>
            <a:r>
              <a:rPr lang="en-IN" dirty="0"/>
              <a:t>Headline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AD99638-392A-612E-03A1-47F86F9DA5DB}"/>
              </a:ext>
            </a:extLst>
          </p:cNvPr>
          <p:cNvSpPr>
            <a:spLocks noGrp="1"/>
          </p:cNvSpPr>
          <p:nvPr>
            <p:ph type="pic" sz="quarter" idx="36" hasCustomPrompt="1"/>
          </p:nvPr>
        </p:nvSpPr>
        <p:spPr>
          <a:xfrm>
            <a:off x="1" y="994588"/>
            <a:ext cx="4457700" cy="3700738"/>
          </a:xfrm>
          <a:prstGeom prst="rect">
            <a:avLst/>
          </a:prstGeom>
          <a:solidFill>
            <a:schemeClr val="bg2">
              <a:alpha val="37000"/>
            </a:schemeClr>
          </a:solidFill>
        </p:spPr>
        <p:txBody>
          <a:bodyPr tIns="720000" anchor="ctr" anchorCtr="1"/>
          <a:lstStyle>
            <a:lvl1pPr marL="0" indent="0" algn="ctr">
              <a:buNone/>
              <a:defRPr sz="1400">
                <a:solidFill>
                  <a:schemeClr val="tx1"/>
                </a:solidFill>
              </a:defRPr>
            </a:lvl1pPr>
          </a:lstStyle>
          <a:p>
            <a:r>
              <a:rPr lang="en-IN" dirty="0"/>
              <a:t>Click icon to insert the image of your choice</a:t>
            </a:r>
          </a:p>
        </p:txBody>
      </p:sp>
      <p:sp>
        <p:nvSpPr>
          <p:cNvPr id="4" name="Text Placeholder 17">
            <a:extLst>
              <a:ext uri="{FF2B5EF4-FFF2-40B4-BE49-F238E27FC236}">
                <a16:creationId xmlns:a16="http://schemas.microsoft.com/office/drawing/2014/main" id="{34668804-DCE2-5DDF-9B39-66B6D78FD2D5}"/>
              </a:ext>
            </a:extLst>
          </p:cNvPr>
          <p:cNvSpPr>
            <a:spLocks noGrp="1"/>
          </p:cNvSpPr>
          <p:nvPr>
            <p:ph type="body" sz="quarter" idx="127" hasCustomPrompt="1"/>
          </p:nvPr>
        </p:nvSpPr>
        <p:spPr>
          <a:xfrm>
            <a:off x="4637184" y="1443431"/>
            <a:ext cx="4282570" cy="3251895"/>
          </a:xfrm>
          <a:prstGeom prst="rect">
            <a:avLst/>
          </a:prstGeom>
          <a:noFill/>
          <a:ln>
            <a:noFill/>
          </a:ln>
        </p:spPr>
        <p:txBody>
          <a:bodyPr tIns="90000"/>
          <a:lstStyle>
            <a:lvl1pPr>
              <a:buClr>
                <a:schemeClr val="accent1"/>
              </a:buClr>
              <a:defRPr sz="1050"/>
            </a:lvl1pPr>
            <a:lvl2pPr marL="514350" indent="-171450">
              <a:buClr>
                <a:schemeClr val="accent2"/>
              </a:buClr>
              <a:buFont typeface="Courier New" panose="02070309020205020404" pitchFamily="49" charset="0"/>
              <a:buChar char="o"/>
              <a:defRPr sz="1050"/>
            </a:lvl2pPr>
            <a:lvl3pPr marL="857250" indent="-171450">
              <a:buClr>
                <a:schemeClr val="accent1"/>
              </a:buClr>
              <a:buFont typeface="Wingdings" panose="05000000000000000000" pitchFamily="2" charset="2"/>
              <a:buChar char="§"/>
              <a:defRPr sz="1000"/>
            </a:lvl3pPr>
            <a:lvl4pPr>
              <a:buClr>
                <a:schemeClr val="accent1"/>
              </a:buClr>
              <a:defRPr sz="1000"/>
            </a:lvl4pPr>
            <a:lvl5pPr>
              <a:buClr>
                <a:schemeClr val="accent1"/>
              </a:buClr>
              <a:defRPr sz="1000"/>
            </a:lvl5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IN" dirty="0"/>
              <a:t>This can be used as either bullets/ paragraph</a:t>
            </a:r>
          </a:p>
          <a:p>
            <a:pPr lvl="0"/>
            <a:r>
              <a:rPr lang="en-US" dirty="0"/>
              <a:t>Level 1</a:t>
            </a:r>
          </a:p>
          <a:p>
            <a:pPr lvl="1"/>
            <a:r>
              <a:rPr lang="en-US" dirty="0"/>
              <a:t>Level 2</a:t>
            </a:r>
          </a:p>
          <a:p>
            <a:pPr lvl="2"/>
            <a:r>
              <a:rPr lang="en-US" dirty="0"/>
              <a:t>Level 3</a:t>
            </a:r>
          </a:p>
        </p:txBody>
      </p:sp>
    </p:spTree>
    <p:extLst>
      <p:ext uri="{BB962C8B-B14F-4D97-AF65-F5344CB8AC3E}">
        <p14:creationId xmlns:p14="http://schemas.microsoft.com/office/powerpoint/2010/main" val="3291884225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with text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26BF8A8A-A07B-D51F-A86D-FB31018090B5}"/>
              </a:ext>
            </a:extLst>
          </p:cNvPr>
          <p:cNvSpPr/>
          <p:nvPr/>
        </p:nvSpPr>
        <p:spPr>
          <a:xfrm>
            <a:off x="7755627" y="4802131"/>
            <a:ext cx="1120543" cy="2704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13" dirty="0"/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470FF67C-E9A3-97B2-BCA9-1DC7F3431744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358187" y="-1"/>
            <a:ext cx="785814" cy="785814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C288A391-C243-5C63-894C-54572C29B55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4247" y="188464"/>
            <a:ext cx="8133940" cy="461665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400" b="0" i="0">
                <a:solidFill>
                  <a:schemeClr val="accent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en-IN" dirty="0"/>
              <a:t>Slide with text only</a:t>
            </a:r>
            <a:endParaRPr lang="en-US" dirty="0"/>
          </a:p>
        </p:txBody>
      </p:sp>
      <p:sp>
        <p:nvSpPr>
          <p:cNvPr id="5" name="Slide Number Placeholder 6">
            <a:extLst>
              <a:ext uri="{FF2B5EF4-FFF2-40B4-BE49-F238E27FC236}">
                <a16:creationId xmlns:a16="http://schemas.microsoft.com/office/drawing/2014/main" id="{7CB00B18-0CD2-42A9-7943-052768E462BA}"/>
              </a:ext>
            </a:extLst>
          </p:cNvPr>
          <p:cNvSpPr txBox="1">
            <a:spLocks/>
          </p:cNvSpPr>
          <p:nvPr userDrawn="1"/>
        </p:nvSpPr>
        <p:spPr>
          <a:xfrm>
            <a:off x="58948" y="4831563"/>
            <a:ext cx="360098" cy="273844"/>
          </a:xfrm>
          <a:prstGeom prst="rect">
            <a:avLst/>
          </a:prstGeom>
        </p:spPr>
        <p:txBody>
          <a:bodyPr vert="horz" lIns="68580" tIns="34290" rIns="68580" bIns="34290" rtlCol="0" anchor="ctr"/>
          <a:lstStyle>
            <a:defPPr>
              <a:defRPr lang="en-US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2B60C70C-E473-9E49-863B-88FCC598397C}" type="slidenum">
              <a:rPr lang="en-US" sz="1000" smtClean="0">
                <a:solidFill>
                  <a:srgbClr val="EB262A"/>
                </a:solidFill>
              </a:rPr>
              <a:pPr algn="ctr"/>
              <a:t>‹#›</a:t>
            </a:fld>
            <a:endParaRPr lang="en-US" sz="1000" dirty="0">
              <a:solidFill>
                <a:srgbClr val="EB262A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2B126A0A-4295-05D8-5293-27FC2E919307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38351" y="4865781"/>
            <a:ext cx="797806" cy="216000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36380F3D-3E41-E188-B161-C9ED7752548E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609" r="21970" b="-6351"/>
          <a:stretch/>
        </p:blipFill>
        <p:spPr>
          <a:xfrm>
            <a:off x="482385" y="4869686"/>
            <a:ext cx="7686676" cy="197599"/>
          </a:xfrm>
          <a:prstGeom prst="rect">
            <a:avLst/>
          </a:prstGeom>
        </p:spPr>
      </p:pic>
      <p:sp>
        <p:nvSpPr>
          <p:cNvPr id="10" name="Text Placeholder 68">
            <a:extLst>
              <a:ext uri="{FF2B5EF4-FFF2-40B4-BE49-F238E27FC236}">
                <a16:creationId xmlns:a16="http://schemas.microsoft.com/office/drawing/2014/main" id="{2F11B2E0-9541-FF18-0FB0-AAF3045F057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24248" y="994588"/>
            <a:ext cx="8695505" cy="358709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accent1"/>
                </a:solidFill>
              </a:defRPr>
            </a:lvl1pPr>
            <a:lvl2pPr marL="342900" indent="0">
              <a:buNone/>
              <a:defRPr/>
            </a:lvl2pPr>
            <a:lvl3pPr marL="685800" indent="0">
              <a:buNone/>
              <a:defRPr/>
            </a:lvl3pPr>
            <a:lvl4pPr marL="1028700" indent="0">
              <a:buNone/>
              <a:defRPr/>
            </a:lvl4pPr>
            <a:lvl5pPr marL="1371600" indent="0">
              <a:buNone/>
              <a:defRPr/>
            </a:lvl5pPr>
          </a:lstStyle>
          <a:p>
            <a:r>
              <a:rPr lang="en-IN" dirty="0"/>
              <a:t>Headline</a:t>
            </a:r>
          </a:p>
        </p:txBody>
      </p:sp>
      <p:sp>
        <p:nvSpPr>
          <p:cNvPr id="7" name="Text Placeholder 17">
            <a:extLst>
              <a:ext uri="{FF2B5EF4-FFF2-40B4-BE49-F238E27FC236}">
                <a16:creationId xmlns:a16="http://schemas.microsoft.com/office/drawing/2014/main" id="{DC8997CE-F2F8-B87F-6194-1FF2F40833D0}"/>
              </a:ext>
            </a:extLst>
          </p:cNvPr>
          <p:cNvSpPr>
            <a:spLocks noGrp="1"/>
          </p:cNvSpPr>
          <p:nvPr>
            <p:ph type="body" sz="quarter" idx="127" hasCustomPrompt="1"/>
          </p:nvPr>
        </p:nvSpPr>
        <p:spPr>
          <a:xfrm>
            <a:off x="224247" y="1443431"/>
            <a:ext cx="8695507" cy="3251895"/>
          </a:xfrm>
          <a:prstGeom prst="rect">
            <a:avLst/>
          </a:prstGeom>
          <a:noFill/>
          <a:ln>
            <a:noFill/>
          </a:ln>
        </p:spPr>
        <p:txBody>
          <a:bodyPr tIns="90000"/>
          <a:lstStyle>
            <a:lvl1pPr>
              <a:buClr>
                <a:schemeClr val="accent1"/>
              </a:buClr>
              <a:defRPr sz="1050"/>
            </a:lvl1pPr>
            <a:lvl2pPr marL="514350" indent="-171450">
              <a:buClr>
                <a:schemeClr val="accent2"/>
              </a:buClr>
              <a:buFont typeface="Courier New" panose="02070309020205020404" pitchFamily="49" charset="0"/>
              <a:buChar char="o"/>
              <a:defRPr sz="1050"/>
            </a:lvl2pPr>
            <a:lvl3pPr marL="857250" indent="-171450">
              <a:buClr>
                <a:schemeClr val="accent1"/>
              </a:buClr>
              <a:buFont typeface="Wingdings" panose="05000000000000000000" pitchFamily="2" charset="2"/>
              <a:buChar char="§"/>
              <a:defRPr sz="1000"/>
            </a:lvl3pPr>
            <a:lvl4pPr>
              <a:buClr>
                <a:schemeClr val="accent1"/>
              </a:buClr>
              <a:defRPr sz="1000"/>
            </a:lvl4pPr>
            <a:lvl5pPr>
              <a:buClr>
                <a:schemeClr val="accent1"/>
              </a:buClr>
              <a:defRPr sz="1000"/>
            </a:lvl5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IN" dirty="0"/>
              <a:t>This can be used as either bullets/ paragraph</a:t>
            </a:r>
          </a:p>
          <a:p>
            <a:pPr lvl="0"/>
            <a:r>
              <a:rPr lang="en-US" dirty="0"/>
              <a:t>Level 1</a:t>
            </a:r>
          </a:p>
          <a:p>
            <a:pPr lvl="1"/>
            <a:r>
              <a:rPr lang="en-US" dirty="0"/>
              <a:t>Level 2</a:t>
            </a:r>
          </a:p>
          <a:p>
            <a:pPr lvl="2"/>
            <a:r>
              <a:rPr lang="en-US" dirty="0"/>
              <a:t>Level 3</a:t>
            </a:r>
          </a:p>
        </p:txBody>
      </p:sp>
    </p:spTree>
    <p:extLst>
      <p:ext uri="{BB962C8B-B14F-4D97-AF65-F5344CB8AC3E}">
        <p14:creationId xmlns:p14="http://schemas.microsoft.com/office/powerpoint/2010/main" val="4158409922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ngle text block slid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26BF8A8A-A07B-D51F-A86D-FB31018090B5}"/>
              </a:ext>
            </a:extLst>
          </p:cNvPr>
          <p:cNvSpPr/>
          <p:nvPr/>
        </p:nvSpPr>
        <p:spPr>
          <a:xfrm>
            <a:off x="7755627" y="4802131"/>
            <a:ext cx="1120543" cy="2704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13" dirty="0"/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470FF67C-E9A3-97B2-BCA9-1DC7F3431744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358187" y="-1"/>
            <a:ext cx="785814" cy="785814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C288A391-C243-5C63-894C-54572C29B55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4247" y="188464"/>
            <a:ext cx="8133940" cy="461665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400" b="0" i="0">
                <a:solidFill>
                  <a:schemeClr val="accent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en-IN" dirty="0"/>
              <a:t>Single text block slide 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19B07B-9197-1B2E-8E47-0080358E041D}"/>
              </a:ext>
            </a:extLst>
          </p:cNvPr>
          <p:cNvSpPr txBox="1">
            <a:spLocks/>
          </p:cNvSpPr>
          <p:nvPr userDrawn="1"/>
        </p:nvSpPr>
        <p:spPr>
          <a:xfrm>
            <a:off x="58948" y="4831563"/>
            <a:ext cx="360098" cy="273844"/>
          </a:xfrm>
          <a:prstGeom prst="rect">
            <a:avLst/>
          </a:prstGeom>
        </p:spPr>
        <p:txBody>
          <a:bodyPr vert="horz" lIns="68580" tIns="34290" rIns="68580" bIns="34290" rtlCol="0" anchor="ctr"/>
          <a:lstStyle>
            <a:defPPr>
              <a:defRPr lang="en-US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2B60C70C-E473-9E49-863B-88FCC598397C}" type="slidenum">
              <a:rPr lang="en-US" sz="1000" smtClean="0">
                <a:solidFill>
                  <a:srgbClr val="EB262A"/>
                </a:solidFill>
              </a:rPr>
              <a:pPr algn="ctr"/>
              <a:t>‹#›</a:t>
            </a:fld>
            <a:endParaRPr lang="en-US" sz="1000" dirty="0">
              <a:solidFill>
                <a:srgbClr val="EB262A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D028AFC2-D555-EEAB-07B1-154EB24C6465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38351" y="4865781"/>
            <a:ext cx="797806" cy="216000"/>
          </a:xfrm>
          <a:prstGeom prst="rect">
            <a:avLst/>
          </a:prstGeom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97A8F785-C201-9F0D-3B52-63011A84F177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609" r="21970" b="-6351"/>
          <a:stretch/>
        </p:blipFill>
        <p:spPr>
          <a:xfrm>
            <a:off x="482385" y="4869686"/>
            <a:ext cx="7686676" cy="197599"/>
          </a:xfrm>
          <a:prstGeom prst="rect">
            <a:avLst/>
          </a:prstGeom>
        </p:spPr>
      </p:pic>
      <p:sp>
        <p:nvSpPr>
          <p:cNvPr id="11" name="Text Placeholder 17">
            <a:extLst>
              <a:ext uri="{FF2B5EF4-FFF2-40B4-BE49-F238E27FC236}">
                <a16:creationId xmlns:a16="http://schemas.microsoft.com/office/drawing/2014/main" id="{4DF2627B-8BBE-FA33-399F-45FF16025AFC}"/>
              </a:ext>
            </a:extLst>
          </p:cNvPr>
          <p:cNvSpPr>
            <a:spLocks noGrp="1"/>
          </p:cNvSpPr>
          <p:nvPr>
            <p:ph type="body" sz="quarter" idx="127" hasCustomPrompt="1"/>
          </p:nvPr>
        </p:nvSpPr>
        <p:spPr>
          <a:xfrm>
            <a:off x="4572000" y="977707"/>
            <a:ext cx="4347754" cy="3717619"/>
          </a:xfrm>
          <a:prstGeom prst="rect">
            <a:avLst/>
          </a:prstGeom>
          <a:solidFill>
            <a:schemeClr val="bg2"/>
          </a:solidFill>
          <a:ln>
            <a:solidFill>
              <a:schemeClr val="accent1"/>
            </a:solidFill>
          </a:ln>
        </p:spPr>
        <p:txBody>
          <a:bodyPr lIns="360000" tIns="360000" rIns="360000"/>
          <a:lstStyle>
            <a:lvl1pPr>
              <a:buClr>
                <a:schemeClr val="accent1"/>
              </a:buClr>
              <a:defRPr sz="1400"/>
            </a:lvl1pPr>
            <a:lvl2pPr marL="514350" indent="-171450">
              <a:buClr>
                <a:schemeClr val="accent2"/>
              </a:buClr>
              <a:buFont typeface="Courier New" panose="02070309020205020404" pitchFamily="49" charset="0"/>
              <a:buChar char="o"/>
              <a:defRPr sz="1050"/>
            </a:lvl2pPr>
            <a:lvl3pPr marL="857250" indent="-171450">
              <a:buClr>
                <a:schemeClr val="accent1"/>
              </a:buClr>
              <a:buFont typeface="Wingdings" panose="05000000000000000000" pitchFamily="2" charset="2"/>
              <a:buChar char="§"/>
              <a:defRPr sz="1000"/>
            </a:lvl3pPr>
            <a:lvl4pPr>
              <a:buClr>
                <a:schemeClr val="accent1"/>
              </a:buClr>
              <a:defRPr sz="1000"/>
            </a:lvl4pPr>
            <a:lvl5pPr>
              <a:buClr>
                <a:schemeClr val="accent1"/>
              </a:buClr>
              <a:defRPr sz="1000"/>
            </a:lvl5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IN" dirty="0"/>
              <a:t>This can be used as either bullets/ paragraph</a:t>
            </a:r>
          </a:p>
          <a:p>
            <a:pPr lvl="0"/>
            <a:r>
              <a:rPr lang="en-US" dirty="0"/>
              <a:t>Level 1</a:t>
            </a:r>
          </a:p>
          <a:p>
            <a:pPr lvl="1"/>
            <a:r>
              <a:rPr lang="en-US" dirty="0"/>
              <a:t>Level 2</a:t>
            </a:r>
          </a:p>
          <a:p>
            <a:pPr lvl="2"/>
            <a:r>
              <a:rPr lang="en-US" dirty="0"/>
              <a:t>Level 3</a:t>
            </a:r>
          </a:p>
        </p:txBody>
      </p:sp>
      <p:sp>
        <p:nvSpPr>
          <p:cNvPr id="13" name="Content Placeholder 15">
            <a:extLst>
              <a:ext uri="{FF2B5EF4-FFF2-40B4-BE49-F238E27FC236}">
                <a16:creationId xmlns:a16="http://schemas.microsoft.com/office/drawing/2014/main" id="{B6BCD42F-2A23-4BF0-EFAB-4BAA6719E3E5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0" y="1149003"/>
            <a:ext cx="4572000" cy="3375025"/>
          </a:xfrm>
          <a:prstGeom prst="rect">
            <a:avLst/>
          </a:prstGeom>
        </p:spPr>
        <p:txBody>
          <a:bodyPr lIns="180000" tIns="1368000" rIns="180000" anchor="ctr" anchorCtr="1"/>
          <a:lstStyle>
            <a:lvl1pPr marL="0" indent="0" algn="ctr">
              <a:buNone/>
              <a:defRPr lang="en-US" sz="1400" dirty="0" smtClean="0"/>
            </a:lvl1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IN" dirty="0"/>
              <a:t>Click icon to insert the image/smart art/table/video of your choice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0254565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ngle text block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5964BC-DAED-D761-4416-B072352692D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4247" y="188464"/>
            <a:ext cx="8133940" cy="461665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400" b="0" i="0">
                <a:solidFill>
                  <a:schemeClr val="accent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en-IN" dirty="0"/>
              <a:t>Single text block slide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B76146DE-75C5-5687-46A0-48A998215B5E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358187" y="-1"/>
            <a:ext cx="785814" cy="785814"/>
          </a:xfrm>
          <a:prstGeom prst="rect">
            <a:avLst/>
          </a:prstGeom>
        </p:spPr>
      </p:pic>
      <p:sp>
        <p:nvSpPr>
          <p:cNvPr id="5" name="Slide Number Placeholder 6">
            <a:extLst>
              <a:ext uri="{FF2B5EF4-FFF2-40B4-BE49-F238E27FC236}">
                <a16:creationId xmlns:a16="http://schemas.microsoft.com/office/drawing/2014/main" id="{423A3262-3306-463F-A933-202FAE6F39A3}"/>
              </a:ext>
            </a:extLst>
          </p:cNvPr>
          <p:cNvSpPr txBox="1">
            <a:spLocks/>
          </p:cNvSpPr>
          <p:nvPr userDrawn="1"/>
        </p:nvSpPr>
        <p:spPr>
          <a:xfrm>
            <a:off x="58948" y="4831563"/>
            <a:ext cx="360098" cy="273844"/>
          </a:xfrm>
          <a:prstGeom prst="rect">
            <a:avLst/>
          </a:prstGeom>
        </p:spPr>
        <p:txBody>
          <a:bodyPr vert="horz" lIns="68580" tIns="34290" rIns="68580" bIns="34290" rtlCol="0" anchor="ctr"/>
          <a:lstStyle>
            <a:defPPr>
              <a:defRPr lang="en-US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2B60C70C-E473-9E49-863B-88FCC598397C}" type="slidenum">
              <a:rPr lang="en-US" sz="1000" smtClean="0">
                <a:solidFill>
                  <a:srgbClr val="EB262A"/>
                </a:solidFill>
              </a:rPr>
              <a:pPr algn="ctr"/>
              <a:t>‹#›</a:t>
            </a:fld>
            <a:endParaRPr lang="en-US" sz="1000" dirty="0">
              <a:solidFill>
                <a:srgbClr val="EB262A"/>
              </a:solidFill>
            </a:endParaRP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03562EB2-255E-3311-A3CD-3126A5BD0B24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38351" y="4865781"/>
            <a:ext cx="797806" cy="216000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371AE289-5A53-FBF9-DD7C-211C0B0800D1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609" r="21970" b="-6351"/>
          <a:stretch/>
        </p:blipFill>
        <p:spPr>
          <a:xfrm>
            <a:off x="482385" y="4869686"/>
            <a:ext cx="7686676" cy="197599"/>
          </a:xfrm>
          <a:prstGeom prst="rect">
            <a:avLst/>
          </a:prstGeom>
        </p:spPr>
      </p:pic>
      <p:sp>
        <p:nvSpPr>
          <p:cNvPr id="19" name="Text Placeholder 68">
            <a:extLst>
              <a:ext uri="{FF2B5EF4-FFF2-40B4-BE49-F238E27FC236}">
                <a16:creationId xmlns:a16="http://schemas.microsoft.com/office/drawing/2014/main" id="{F63B40A6-3B05-2414-3D1D-5CA2F1399F9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637184" y="1009561"/>
            <a:ext cx="4282569" cy="358709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accent1"/>
                </a:solidFill>
              </a:defRPr>
            </a:lvl1pPr>
            <a:lvl2pPr marL="342900" indent="0">
              <a:buNone/>
              <a:defRPr/>
            </a:lvl2pPr>
            <a:lvl3pPr marL="685800" indent="0">
              <a:buNone/>
              <a:defRPr/>
            </a:lvl3pPr>
            <a:lvl4pPr marL="1028700" indent="0">
              <a:buNone/>
              <a:defRPr/>
            </a:lvl4pPr>
            <a:lvl5pPr marL="1371600" indent="0">
              <a:buNone/>
              <a:defRPr/>
            </a:lvl5pPr>
          </a:lstStyle>
          <a:p>
            <a:r>
              <a:rPr lang="en-IN" dirty="0"/>
              <a:t>Headline</a:t>
            </a:r>
          </a:p>
        </p:txBody>
      </p:sp>
      <p:sp>
        <p:nvSpPr>
          <p:cNvPr id="4" name="Text Placeholder 17">
            <a:extLst>
              <a:ext uri="{FF2B5EF4-FFF2-40B4-BE49-F238E27FC236}">
                <a16:creationId xmlns:a16="http://schemas.microsoft.com/office/drawing/2014/main" id="{1F5972F0-E4C1-0690-8C38-26590009BD4D}"/>
              </a:ext>
            </a:extLst>
          </p:cNvPr>
          <p:cNvSpPr>
            <a:spLocks noGrp="1"/>
          </p:cNvSpPr>
          <p:nvPr>
            <p:ph type="body" sz="quarter" idx="127" hasCustomPrompt="1"/>
          </p:nvPr>
        </p:nvSpPr>
        <p:spPr>
          <a:xfrm>
            <a:off x="4637184" y="1443431"/>
            <a:ext cx="4282570" cy="3251895"/>
          </a:xfrm>
          <a:prstGeom prst="rect">
            <a:avLst/>
          </a:prstGeom>
          <a:noFill/>
          <a:ln>
            <a:noFill/>
          </a:ln>
        </p:spPr>
        <p:txBody>
          <a:bodyPr tIns="90000"/>
          <a:lstStyle>
            <a:lvl1pPr>
              <a:buClr>
                <a:schemeClr val="accent1"/>
              </a:buClr>
              <a:defRPr sz="1050"/>
            </a:lvl1pPr>
            <a:lvl2pPr marL="514350" indent="-171450">
              <a:buClr>
                <a:schemeClr val="accent2"/>
              </a:buClr>
              <a:buFont typeface="Courier New" panose="02070309020205020404" pitchFamily="49" charset="0"/>
              <a:buChar char="o"/>
              <a:defRPr sz="1050"/>
            </a:lvl2pPr>
            <a:lvl3pPr marL="857250" indent="-171450">
              <a:buClr>
                <a:schemeClr val="accent1"/>
              </a:buClr>
              <a:buFont typeface="Wingdings" panose="05000000000000000000" pitchFamily="2" charset="2"/>
              <a:buChar char="§"/>
              <a:defRPr sz="1000"/>
            </a:lvl3pPr>
            <a:lvl4pPr>
              <a:buClr>
                <a:schemeClr val="accent1"/>
              </a:buClr>
              <a:defRPr sz="1000"/>
            </a:lvl4pPr>
            <a:lvl5pPr>
              <a:buClr>
                <a:schemeClr val="accent1"/>
              </a:buClr>
              <a:defRPr sz="1000"/>
            </a:lvl5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IN" dirty="0"/>
              <a:t>This can be used as either bullets/ paragraph</a:t>
            </a:r>
          </a:p>
          <a:p>
            <a:pPr lvl="0"/>
            <a:r>
              <a:rPr lang="en-US" dirty="0"/>
              <a:t>Level 1</a:t>
            </a:r>
          </a:p>
          <a:p>
            <a:pPr lvl="1"/>
            <a:r>
              <a:rPr lang="en-US" dirty="0"/>
              <a:t>Level 2</a:t>
            </a:r>
          </a:p>
          <a:p>
            <a:pPr lvl="2"/>
            <a:r>
              <a:rPr lang="en-US" dirty="0"/>
              <a:t>Level 3</a:t>
            </a:r>
          </a:p>
        </p:txBody>
      </p:sp>
      <p:sp>
        <p:nvSpPr>
          <p:cNvPr id="6" name="Content Placeholder 15">
            <a:extLst>
              <a:ext uri="{FF2B5EF4-FFF2-40B4-BE49-F238E27FC236}">
                <a16:creationId xmlns:a16="http://schemas.microsoft.com/office/drawing/2014/main" id="{D4A65450-D07C-BCA9-C6A7-7FCA5A87B9EC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0" y="1009561"/>
            <a:ext cx="4506817" cy="3685765"/>
          </a:xfrm>
          <a:prstGeom prst="rect">
            <a:avLst/>
          </a:prstGeom>
        </p:spPr>
        <p:txBody>
          <a:bodyPr lIns="180000" tIns="1368000" rIns="180000" anchor="ctr" anchorCtr="1"/>
          <a:lstStyle>
            <a:lvl1pPr marL="0" indent="0" algn="ctr">
              <a:buNone/>
              <a:defRPr lang="en-US" sz="1400" dirty="0" smtClean="0"/>
            </a:lvl1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IN" dirty="0"/>
              <a:t>Click icon to insert the image/smart art/table/video of your choice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50422463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text blocks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Graphic 15">
            <a:extLst>
              <a:ext uri="{FF2B5EF4-FFF2-40B4-BE49-F238E27FC236}">
                <a16:creationId xmlns:a16="http://schemas.microsoft.com/office/drawing/2014/main" id="{56AD2C11-C607-6E63-F329-6DB4D611FA95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358187" y="-1"/>
            <a:ext cx="785814" cy="785814"/>
          </a:xfrm>
          <a:prstGeom prst="rect">
            <a:avLst/>
          </a:prstGeom>
        </p:spPr>
      </p:pic>
      <p:sp>
        <p:nvSpPr>
          <p:cNvPr id="3" name="Slide Number Placeholder 6">
            <a:extLst>
              <a:ext uri="{FF2B5EF4-FFF2-40B4-BE49-F238E27FC236}">
                <a16:creationId xmlns:a16="http://schemas.microsoft.com/office/drawing/2014/main" id="{7429CBCC-F916-18DC-1F96-5124E66A900F}"/>
              </a:ext>
            </a:extLst>
          </p:cNvPr>
          <p:cNvSpPr txBox="1">
            <a:spLocks/>
          </p:cNvSpPr>
          <p:nvPr userDrawn="1"/>
        </p:nvSpPr>
        <p:spPr>
          <a:xfrm>
            <a:off x="58948" y="4831563"/>
            <a:ext cx="360098" cy="273844"/>
          </a:xfrm>
          <a:prstGeom prst="rect">
            <a:avLst/>
          </a:prstGeom>
        </p:spPr>
        <p:txBody>
          <a:bodyPr vert="horz" lIns="68580" tIns="34290" rIns="68580" bIns="34290" rtlCol="0" anchor="ctr"/>
          <a:lstStyle>
            <a:defPPr>
              <a:defRPr lang="en-US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2B60C70C-E473-9E49-863B-88FCC598397C}" type="slidenum">
              <a:rPr lang="en-US" sz="1000" smtClean="0">
                <a:solidFill>
                  <a:srgbClr val="EB262A"/>
                </a:solidFill>
              </a:rPr>
              <a:pPr algn="ctr"/>
              <a:t>‹#›</a:t>
            </a:fld>
            <a:endParaRPr lang="en-US" sz="1000" dirty="0">
              <a:solidFill>
                <a:srgbClr val="EB262A"/>
              </a:solidFill>
            </a:endParaRP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0B0A5C56-BF2B-5FF1-94CA-BDF907A2700F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38351" y="4865781"/>
            <a:ext cx="797806" cy="216000"/>
          </a:xfrm>
          <a:prstGeom prst="rect">
            <a:avLst/>
          </a:prstGeom>
        </p:spPr>
      </p:pic>
      <p:pic>
        <p:nvPicPr>
          <p:cNvPr id="12" name="Graphic 11">
            <a:extLst>
              <a:ext uri="{FF2B5EF4-FFF2-40B4-BE49-F238E27FC236}">
                <a16:creationId xmlns:a16="http://schemas.microsoft.com/office/drawing/2014/main" id="{B4DA3D33-F6B1-7CAA-3A0E-E3674E7C5FB3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609" r="21970" b="-6351"/>
          <a:stretch/>
        </p:blipFill>
        <p:spPr>
          <a:xfrm>
            <a:off x="482385" y="4869686"/>
            <a:ext cx="7686676" cy="197599"/>
          </a:xfrm>
          <a:prstGeom prst="rect">
            <a:avLst/>
          </a:prstGeom>
        </p:spPr>
      </p:pic>
      <p:sp>
        <p:nvSpPr>
          <p:cNvPr id="29" name="Text Placeholder 68">
            <a:extLst>
              <a:ext uri="{FF2B5EF4-FFF2-40B4-BE49-F238E27FC236}">
                <a16:creationId xmlns:a16="http://schemas.microsoft.com/office/drawing/2014/main" id="{509EF7EC-A108-6510-B7BE-30D078487386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224245" y="2571750"/>
            <a:ext cx="2808000" cy="273844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0">
                <a:solidFill>
                  <a:schemeClr val="accent1"/>
                </a:solidFill>
              </a:defRPr>
            </a:lvl1pPr>
            <a:lvl2pPr marL="342900" indent="0">
              <a:buNone/>
              <a:defRPr/>
            </a:lvl2pPr>
            <a:lvl3pPr marL="685800" indent="0">
              <a:buNone/>
              <a:defRPr/>
            </a:lvl3pPr>
            <a:lvl4pPr marL="1028700" indent="0">
              <a:buNone/>
              <a:defRPr/>
            </a:lvl4pPr>
            <a:lvl5pPr marL="1371600" indent="0">
              <a:buNone/>
              <a:defRPr/>
            </a:lvl5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IN" dirty="0"/>
              <a:t>Heading</a:t>
            </a:r>
          </a:p>
        </p:txBody>
      </p:sp>
      <p:sp>
        <p:nvSpPr>
          <p:cNvPr id="31" name="Text Placeholder 68">
            <a:extLst>
              <a:ext uri="{FF2B5EF4-FFF2-40B4-BE49-F238E27FC236}">
                <a16:creationId xmlns:a16="http://schemas.microsoft.com/office/drawing/2014/main" id="{11EF76E2-6C4B-7A84-E227-36E8D69A93F3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168000" y="2571750"/>
            <a:ext cx="2808000" cy="273844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0">
                <a:solidFill>
                  <a:schemeClr val="accent1"/>
                </a:solidFill>
              </a:defRPr>
            </a:lvl1pPr>
            <a:lvl2pPr marL="342900" indent="0">
              <a:buNone/>
              <a:defRPr/>
            </a:lvl2pPr>
            <a:lvl3pPr marL="685800" indent="0">
              <a:buNone/>
              <a:defRPr/>
            </a:lvl3pPr>
            <a:lvl4pPr marL="1028700" indent="0">
              <a:buNone/>
              <a:defRPr/>
            </a:lvl4pPr>
            <a:lvl5pPr marL="1371600" indent="0">
              <a:buNone/>
              <a:defRPr/>
            </a:lvl5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IN" dirty="0"/>
              <a:t>Heading</a:t>
            </a:r>
          </a:p>
        </p:txBody>
      </p:sp>
      <p:sp>
        <p:nvSpPr>
          <p:cNvPr id="34" name="Title 1">
            <a:extLst>
              <a:ext uri="{FF2B5EF4-FFF2-40B4-BE49-F238E27FC236}">
                <a16:creationId xmlns:a16="http://schemas.microsoft.com/office/drawing/2014/main" id="{625D691B-DE64-91C2-4852-DB72B6F26AD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4247" y="188464"/>
            <a:ext cx="8133940" cy="461665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400" b="0" i="0">
                <a:solidFill>
                  <a:schemeClr val="accent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en-IN" dirty="0"/>
              <a:t>3 text blocks slide</a:t>
            </a:r>
            <a:endParaRPr lang="en-US" dirty="0"/>
          </a:p>
        </p:txBody>
      </p:sp>
      <p:sp>
        <p:nvSpPr>
          <p:cNvPr id="39" name="Text Placeholder 68">
            <a:extLst>
              <a:ext uri="{FF2B5EF4-FFF2-40B4-BE49-F238E27FC236}">
                <a16:creationId xmlns:a16="http://schemas.microsoft.com/office/drawing/2014/main" id="{26512366-4939-5033-4EE1-A3CDD5DEB90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111755" y="2571750"/>
            <a:ext cx="2808000" cy="273844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0">
                <a:solidFill>
                  <a:schemeClr val="accent1"/>
                </a:solidFill>
              </a:defRPr>
            </a:lvl1pPr>
            <a:lvl2pPr marL="342900" indent="0">
              <a:buNone/>
              <a:defRPr/>
            </a:lvl2pPr>
            <a:lvl3pPr marL="685800" indent="0">
              <a:buNone/>
              <a:defRPr/>
            </a:lvl3pPr>
            <a:lvl4pPr marL="1028700" indent="0">
              <a:buNone/>
              <a:defRPr/>
            </a:lvl4pPr>
            <a:lvl5pPr marL="1371600" indent="0">
              <a:buNone/>
              <a:defRPr/>
            </a:lvl5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IN" dirty="0"/>
              <a:t>Heading</a:t>
            </a:r>
          </a:p>
        </p:txBody>
      </p:sp>
      <p:sp>
        <p:nvSpPr>
          <p:cNvPr id="7" name="Text Placeholder 17">
            <a:extLst>
              <a:ext uri="{FF2B5EF4-FFF2-40B4-BE49-F238E27FC236}">
                <a16:creationId xmlns:a16="http://schemas.microsoft.com/office/drawing/2014/main" id="{995D25D9-3586-9658-61E9-0A62071928F7}"/>
              </a:ext>
            </a:extLst>
          </p:cNvPr>
          <p:cNvSpPr>
            <a:spLocks noGrp="1"/>
          </p:cNvSpPr>
          <p:nvPr>
            <p:ph type="body" sz="quarter" idx="128" hasCustomPrompt="1"/>
          </p:nvPr>
        </p:nvSpPr>
        <p:spPr>
          <a:xfrm>
            <a:off x="6111753" y="2918460"/>
            <a:ext cx="2808001" cy="1776866"/>
          </a:xfrm>
          <a:prstGeom prst="rect">
            <a:avLst/>
          </a:prstGeom>
          <a:noFill/>
          <a:ln>
            <a:noFill/>
          </a:ln>
        </p:spPr>
        <p:txBody>
          <a:bodyPr tIns="90000"/>
          <a:lstStyle>
            <a:lvl1pPr>
              <a:buClr>
                <a:schemeClr val="accent1"/>
              </a:buClr>
              <a:defRPr sz="1050"/>
            </a:lvl1pPr>
            <a:lvl2pPr marL="514350" indent="-171450">
              <a:buClr>
                <a:schemeClr val="accent2"/>
              </a:buClr>
              <a:buFont typeface="Courier New" panose="02070309020205020404" pitchFamily="49" charset="0"/>
              <a:buChar char="o"/>
              <a:defRPr sz="1050"/>
            </a:lvl2pPr>
            <a:lvl3pPr marL="857250" indent="-171450">
              <a:buClr>
                <a:schemeClr val="accent1"/>
              </a:buClr>
              <a:buFont typeface="Wingdings" panose="05000000000000000000" pitchFamily="2" charset="2"/>
              <a:buChar char="§"/>
              <a:defRPr sz="1000"/>
            </a:lvl3pPr>
            <a:lvl4pPr>
              <a:buClr>
                <a:schemeClr val="accent1"/>
              </a:buClr>
              <a:defRPr sz="1000"/>
            </a:lvl4pPr>
            <a:lvl5pPr>
              <a:buClr>
                <a:schemeClr val="accent1"/>
              </a:buClr>
              <a:defRPr sz="1000"/>
            </a:lvl5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IN" dirty="0"/>
              <a:t>This can be used as either bullets/ paragraph</a:t>
            </a:r>
          </a:p>
          <a:p>
            <a:pPr lvl="0"/>
            <a:r>
              <a:rPr lang="en-US" dirty="0"/>
              <a:t>Level 1</a:t>
            </a:r>
          </a:p>
          <a:p>
            <a:pPr lvl="1"/>
            <a:r>
              <a:rPr lang="en-US" dirty="0"/>
              <a:t>Level 2</a:t>
            </a:r>
          </a:p>
          <a:p>
            <a:pPr lvl="2"/>
            <a:r>
              <a:rPr lang="en-US" dirty="0"/>
              <a:t>Level 3</a:t>
            </a:r>
          </a:p>
        </p:txBody>
      </p:sp>
      <p:sp>
        <p:nvSpPr>
          <p:cNvPr id="8" name="Text Placeholder 17">
            <a:extLst>
              <a:ext uri="{FF2B5EF4-FFF2-40B4-BE49-F238E27FC236}">
                <a16:creationId xmlns:a16="http://schemas.microsoft.com/office/drawing/2014/main" id="{F7059199-C45F-8094-3B97-D3AE2D9E04CD}"/>
              </a:ext>
            </a:extLst>
          </p:cNvPr>
          <p:cNvSpPr>
            <a:spLocks noGrp="1"/>
          </p:cNvSpPr>
          <p:nvPr>
            <p:ph type="body" sz="quarter" idx="129" hasCustomPrompt="1"/>
          </p:nvPr>
        </p:nvSpPr>
        <p:spPr>
          <a:xfrm>
            <a:off x="3168000" y="2918460"/>
            <a:ext cx="2808001" cy="1776866"/>
          </a:xfrm>
          <a:prstGeom prst="rect">
            <a:avLst/>
          </a:prstGeom>
          <a:noFill/>
          <a:ln>
            <a:noFill/>
          </a:ln>
        </p:spPr>
        <p:txBody>
          <a:bodyPr tIns="90000"/>
          <a:lstStyle>
            <a:lvl1pPr>
              <a:buClr>
                <a:schemeClr val="accent1"/>
              </a:buClr>
              <a:defRPr sz="1050"/>
            </a:lvl1pPr>
            <a:lvl2pPr marL="514350" indent="-171450">
              <a:buClr>
                <a:schemeClr val="accent2"/>
              </a:buClr>
              <a:buFont typeface="Courier New" panose="02070309020205020404" pitchFamily="49" charset="0"/>
              <a:buChar char="o"/>
              <a:defRPr sz="1050"/>
            </a:lvl2pPr>
            <a:lvl3pPr marL="857250" indent="-171450">
              <a:buClr>
                <a:schemeClr val="accent1"/>
              </a:buClr>
              <a:buFont typeface="Wingdings" panose="05000000000000000000" pitchFamily="2" charset="2"/>
              <a:buChar char="§"/>
              <a:defRPr sz="1000"/>
            </a:lvl3pPr>
            <a:lvl4pPr>
              <a:buClr>
                <a:schemeClr val="accent1"/>
              </a:buClr>
              <a:defRPr sz="1000"/>
            </a:lvl4pPr>
            <a:lvl5pPr>
              <a:buClr>
                <a:schemeClr val="accent1"/>
              </a:buClr>
              <a:defRPr sz="1000"/>
            </a:lvl5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IN" dirty="0"/>
              <a:t>This can be used as either bullets/ paragraph</a:t>
            </a:r>
          </a:p>
          <a:p>
            <a:pPr lvl="0"/>
            <a:r>
              <a:rPr lang="en-US" dirty="0"/>
              <a:t>Level 1</a:t>
            </a:r>
          </a:p>
          <a:p>
            <a:pPr lvl="1"/>
            <a:r>
              <a:rPr lang="en-US" dirty="0"/>
              <a:t>Level 2</a:t>
            </a:r>
          </a:p>
          <a:p>
            <a:pPr lvl="2"/>
            <a:r>
              <a:rPr lang="en-US" dirty="0"/>
              <a:t>Level 3</a:t>
            </a:r>
          </a:p>
        </p:txBody>
      </p:sp>
      <p:sp>
        <p:nvSpPr>
          <p:cNvPr id="10" name="Text Placeholder 17">
            <a:extLst>
              <a:ext uri="{FF2B5EF4-FFF2-40B4-BE49-F238E27FC236}">
                <a16:creationId xmlns:a16="http://schemas.microsoft.com/office/drawing/2014/main" id="{58183491-AC7E-41C7-BE7C-2870EB71059C}"/>
              </a:ext>
            </a:extLst>
          </p:cNvPr>
          <p:cNvSpPr>
            <a:spLocks noGrp="1"/>
          </p:cNvSpPr>
          <p:nvPr>
            <p:ph type="body" sz="quarter" idx="130" hasCustomPrompt="1"/>
          </p:nvPr>
        </p:nvSpPr>
        <p:spPr>
          <a:xfrm>
            <a:off x="224245" y="2918460"/>
            <a:ext cx="2808001" cy="1776866"/>
          </a:xfrm>
          <a:prstGeom prst="rect">
            <a:avLst/>
          </a:prstGeom>
          <a:noFill/>
          <a:ln>
            <a:noFill/>
          </a:ln>
        </p:spPr>
        <p:txBody>
          <a:bodyPr tIns="90000"/>
          <a:lstStyle>
            <a:lvl1pPr>
              <a:buClr>
                <a:schemeClr val="accent1"/>
              </a:buClr>
              <a:defRPr sz="1050"/>
            </a:lvl1pPr>
            <a:lvl2pPr marL="514350" indent="-171450">
              <a:buClr>
                <a:schemeClr val="accent2"/>
              </a:buClr>
              <a:buFont typeface="Courier New" panose="02070309020205020404" pitchFamily="49" charset="0"/>
              <a:buChar char="o"/>
              <a:defRPr sz="1050"/>
            </a:lvl2pPr>
            <a:lvl3pPr marL="857250" indent="-171450">
              <a:buClr>
                <a:schemeClr val="accent1"/>
              </a:buClr>
              <a:buFont typeface="Wingdings" panose="05000000000000000000" pitchFamily="2" charset="2"/>
              <a:buChar char="§"/>
              <a:defRPr sz="1000"/>
            </a:lvl3pPr>
            <a:lvl4pPr>
              <a:buClr>
                <a:schemeClr val="accent1"/>
              </a:buClr>
              <a:defRPr sz="1000"/>
            </a:lvl4pPr>
            <a:lvl5pPr>
              <a:buClr>
                <a:schemeClr val="accent1"/>
              </a:buClr>
              <a:defRPr sz="1000"/>
            </a:lvl5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IN" dirty="0"/>
              <a:t>This can be used as either bullets/ paragraph</a:t>
            </a:r>
          </a:p>
          <a:p>
            <a:pPr lvl="0"/>
            <a:r>
              <a:rPr lang="en-US" dirty="0"/>
              <a:t>Level 1</a:t>
            </a:r>
          </a:p>
          <a:p>
            <a:pPr lvl="1"/>
            <a:r>
              <a:rPr lang="en-US" dirty="0"/>
              <a:t>Level 2</a:t>
            </a:r>
          </a:p>
          <a:p>
            <a:pPr lvl="2"/>
            <a:r>
              <a:rPr lang="en-US" dirty="0"/>
              <a:t>Level 3</a:t>
            </a:r>
          </a:p>
        </p:txBody>
      </p:sp>
      <p:sp>
        <p:nvSpPr>
          <p:cNvPr id="11" name="Text Placeholder 17">
            <a:extLst>
              <a:ext uri="{FF2B5EF4-FFF2-40B4-BE49-F238E27FC236}">
                <a16:creationId xmlns:a16="http://schemas.microsoft.com/office/drawing/2014/main" id="{A034AD66-10BB-79EC-E344-044F88D0EE52}"/>
              </a:ext>
            </a:extLst>
          </p:cNvPr>
          <p:cNvSpPr>
            <a:spLocks noGrp="1"/>
          </p:cNvSpPr>
          <p:nvPr>
            <p:ph type="body" sz="quarter" idx="131" hasCustomPrompt="1"/>
          </p:nvPr>
        </p:nvSpPr>
        <p:spPr>
          <a:xfrm>
            <a:off x="224245" y="975360"/>
            <a:ext cx="8695509" cy="1460153"/>
          </a:xfrm>
          <a:prstGeom prst="rect">
            <a:avLst/>
          </a:prstGeom>
          <a:noFill/>
          <a:ln>
            <a:noFill/>
          </a:ln>
        </p:spPr>
        <p:txBody>
          <a:bodyPr tIns="90000"/>
          <a:lstStyle>
            <a:lvl1pPr>
              <a:buClr>
                <a:schemeClr val="accent1"/>
              </a:buClr>
              <a:defRPr sz="1050"/>
            </a:lvl1pPr>
            <a:lvl2pPr marL="514350" indent="-171450">
              <a:buClr>
                <a:schemeClr val="accent2"/>
              </a:buClr>
              <a:buFont typeface="Courier New" panose="02070309020205020404" pitchFamily="49" charset="0"/>
              <a:buChar char="o"/>
              <a:defRPr sz="1050"/>
            </a:lvl2pPr>
            <a:lvl3pPr marL="857250" indent="-171450">
              <a:buClr>
                <a:schemeClr val="accent1"/>
              </a:buClr>
              <a:buFont typeface="Wingdings" panose="05000000000000000000" pitchFamily="2" charset="2"/>
              <a:buChar char="§"/>
              <a:defRPr sz="1000"/>
            </a:lvl3pPr>
            <a:lvl4pPr>
              <a:buClr>
                <a:schemeClr val="accent1"/>
              </a:buClr>
              <a:defRPr sz="1000"/>
            </a:lvl4pPr>
            <a:lvl5pPr>
              <a:buClr>
                <a:schemeClr val="accent1"/>
              </a:buClr>
              <a:defRPr sz="1000"/>
            </a:lvl5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IN" dirty="0"/>
              <a:t>This can be used as either bullets/ paragraph</a:t>
            </a:r>
          </a:p>
          <a:p>
            <a:pPr lvl="0"/>
            <a:r>
              <a:rPr lang="en-US" dirty="0"/>
              <a:t>Level 1</a:t>
            </a:r>
          </a:p>
          <a:p>
            <a:pPr lvl="1"/>
            <a:r>
              <a:rPr lang="en-US" dirty="0"/>
              <a:t>Level 2</a:t>
            </a:r>
          </a:p>
          <a:p>
            <a:pPr lvl="2"/>
            <a:r>
              <a:rPr lang="en-US" dirty="0"/>
              <a:t>Level 3</a:t>
            </a:r>
          </a:p>
        </p:txBody>
      </p:sp>
    </p:spTree>
    <p:extLst>
      <p:ext uri="{BB962C8B-B14F-4D97-AF65-F5344CB8AC3E}">
        <p14:creationId xmlns:p14="http://schemas.microsoft.com/office/powerpoint/2010/main" val="3275715090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text blocks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Graphic 15">
            <a:extLst>
              <a:ext uri="{FF2B5EF4-FFF2-40B4-BE49-F238E27FC236}">
                <a16:creationId xmlns:a16="http://schemas.microsoft.com/office/drawing/2014/main" id="{56AD2C11-C607-6E63-F329-6DB4D611FA95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358187" y="-1"/>
            <a:ext cx="785814" cy="785814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A966E60E-620C-BED8-2982-2C5F150BFE8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4247" y="188464"/>
            <a:ext cx="8133940" cy="461665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400" b="0" i="0">
                <a:solidFill>
                  <a:schemeClr val="accent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en-IN" dirty="0"/>
              <a:t>3 text blocks slide</a:t>
            </a:r>
            <a:endParaRPr lang="en-US" dirty="0"/>
          </a:p>
        </p:txBody>
      </p:sp>
      <p:sp>
        <p:nvSpPr>
          <p:cNvPr id="5" name="Slide Number Placeholder 6">
            <a:extLst>
              <a:ext uri="{FF2B5EF4-FFF2-40B4-BE49-F238E27FC236}">
                <a16:creationId xmlns:a16="http://schemas.microsoft.com/office/drawing/2014/main" id="{98A60B65-6A14-C6A1-A77B-377159851D91}"/>
              </a:ext>
            </a:extLst>
          </p:cNvPr>
          <p:cNvSpPr txBox="1">
            <a:spLocks/>
          </p:cNvSpPr>
          <p:nvPr userDrawn="1"/>
        </p:nvSpPr>
        <p:spPr>
          <a:xfrm>
            <a:off x="58948" y="4831563"/>
            <a:ext cx="360098" cy="273844"/>
          </a:xfrm>
          <a:prstGeom prst="rect">
            <a:avLst/>
          </a:prstGeom>
        </p:spPr>
        <p:txBody>
          <a:bodyPr vert="horz" lIns="68580" tIns="34290" rIns="68580" bIns="34290" rtlCol="0" anchor="ctr"/>
          <a:lstStyle>
            <a:defPPr>
              <a:defRPr lang="en-US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2B60C70C-E473-9E49-863B-88FCC598397C}" type="slidenum">
              <a:rPr lang="en-US" sz="1000" smtClean="0">
                <a:solidFill>
                  <a:srgbClr val="EB262A"/>
                </a:solidFill>
              </a:rPr>
              <a:pPr algn="ctr"/>
              <a:t>‹#›</a:t>
            </a:fld>
            <a:endParaRPr lang="en-US" sz="1000" dirty="0">
              <a:solidFill>
                <a:srgbClr val="EB262A"/>
              </a:solidFill>
            </a:endParaRP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C6188F02-FE62-037D-320B-54E596079987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38351" y="4865781"/>
            <a:ext cx="797806" cy="216000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B43F712D-F9BE-F984-2334-9DABAF6F888D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609" r="21970" b="-6351"/>
          <a:stretch/>
        </p:blipFill>
        <p:spPr>
          <a:xfrm>
            <a:off x="482385" y="4869686"/>
            <a:ext cx="7686676" cy="197599"/>
          </a:xfrm>
          <a:prstGeom prst="rect">
            <a:avLst/>
          </a:prstGeom>
        </p:spPr>
      </p:pic>
      <p:sp>
        <p:nvSpPr>
          <p:cNvPr id="20" name="Text Placeholder 68">
            <a:extLst>
              <a:ext uri="{FF2B5EF4-FFF2-40B4-BE49-F238E27FC236}">
                <a16:creationId xmlns:a16="http://schemas.microsoft.com/office/drawing/2014/main" id="{F629BE60-895E-5D7F-4E30-1FC6DD3C7EAC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224245" y="2716530"/>
            <a:ext cx="2808000" cy="273844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0">
                <a:solidFill>
                  <a:schemeClr val="accent1"/>
                </a:solidFill>
              </a:defRPr>
            </a:lvl1pPr>
            <a:lvl2pPr marL="342900" indent="0">
              <a:buNone/>
              <a:defRPr/>
            </a:lvl2pPr>
            <a:lvl3pPr marL="685800" indent="0">
              <a:buNone/>
              <a:defRPr/>
            </a:lvl3pPr>
            <a:lvl4pPr marL="1028700" indent="0">
              <a:buNone/>
              <a:defRPr/>
            </a:lvl4pPr>
            <a:lvl5pPr marL="1371600" indent="0">
              <a:buNone/>
              <a:defRPr/>
            </a:lvl5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IN" dirty="0"/>
              <a:t>Heading</a:t>
            </a:r>
          </a:p>
        </p:txBody>
      </p:sp>
      <p:sp>
        <p:nvSpPr>
          <p:cNvPr id="22" name="Text Placeholder 68">
            <a:extLst>
              <a:ext uri="{FF2B5EF4-FFF2-40B4-BE49-F238E27FC236}">
                <a16:creationId xmlns:a16="http://schemas.microsoft.com/office/drawing/2014/main" id="{07FB56FE-B861-7E8F-A4E1-6C7C7AA9826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168000" y="2716530"/>
            <a:ext cx="2808000" cy="273844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0">
                <a:solidFill>
                  <a:schemeClr val="accent1"/>
                </a:solidFill>
              </a:defRPr>
            </a:lvl1pPr>
            <a:lvl2pPr marL="342900" indent="0">
              <a:buNone/>
              <a:defRPr/>
            </a:lvl2pPr>
            <a:lvl3pPr marL="685800" indent="0">
              <a:buNone/>
              <a:defRPr/>
            </a:lvl3pPr>
            <a:lvl4pPr marL="1028700" indent="0">
              <a:buNone/>
              <a:defRPr/>
            </a:lvl4pPr>
            <a:lvl5pPr marL="1371600" indent="0">
              <a:buNone/>
              <a:defRPr/>
            </a:lvl5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IN" dirty="0"/>
              <a:t>Heading</a:t>
            </a:r>
          </a:p>
        </p:txBody>
      </p:sp>
      <p:sp>
        <p:nvSpPr>
          <p:cNvPr id="24" name="Text Placeholder 68">
            <a:extLst>
              <a:ext uri="{FF2B5EF4-FFF2-40B4-BE49-F238E27FC236}">
                <a16:creationId xmlns:a16="http://schemas.microsoft.com/office/drawing/2014/main" id="{995807FA-EBE4-D792-F5D0-A621A3B984BD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111755" y="2716530"/>
            <a:ext cx="2808000" cy="273844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0">
                <a:solidFill>
                  <a:schemeClr val="accent1"/>
                </a:solidFill>
              </a:defRPr>
            </a:lvl1pPr>
            <a:lvl2pPr marL="342900" indent="0">
              <a:buNone/>
              <a:defRPr/>
            </a:lvl2pPr>
            <a:lvl3pPr marL="685800" indent="0">
              <a:buNone/>
              <a:defRPr/>
            </a:lvl3pPr>
            <a:lvl4pPr marL="1028700" indent="0">
              <a:buNone/>
              <a:defRPr/>
            </a:lvl4pPr>
            <a:lvl5pPr marL="1371600" indent="0">
              <a:buNone/>
              <a:defRPr/>
            </a:lvl5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IN" dirty="0"/>
              <a:t>Heading</a:t>
            </a:r>
          </a:p>
        </p:txBody>
      </p:sp>
      <p:sp>
        <p:nvSpPr>
          <p:cNvPr id="29" name="Text Placeholder 17">
            <a:extLst>
              <a:ext uri="{FF2B5EF4-FFF2-40B4-BE49-F238E27FC236}">
                <a16:creationId xmlns:a16="http://schemas.microsoft.com/office/drawing/2014/main" id="{5EC999BA-9EF7-252F-26C5-1A36F74413B1}"/>
              </a:ext>
            </a:extLst>
          </p:cNvPr>
          <p:cNvSpPr>
            <a:spLocks noGrp="1"/>
          </p:cNvSpPr>
          <p:nvPr>
            <p:ph type="body" sz="quarter" idx="128" hasCustomPrompt="1"/>
          </p:nvPr>
        </p:nvSpPr>
        <p:spPr>
          <a:xfrm>
            <a:off x="6111753" y="3088758"/>
            <a:ext cx="2808001" cy="1606568"/>
          </a:xfrm>
          <a:prstGeom prst="rect">
            <a:avLst/>
          </a:prstGeom>
          <a:noFill/>
          <a:ln>
            <a:noFill/>
          </a:ln>
        </p:spPr>
        <p:txBody>
          <a:bodyPr tIns="90000"/>
          <a:lstStyle>
            <a:lvl1pPr>
              <a:buClr>
                <a:schemeClr val="accent1"/>
              </a:buClr>
              <a:defRPr sz="1050"/>
            </a:lvl1pPr>
            <a:lvl2pPr marL="514350" indent="-171450">
              <a:buClr>
                <a:schemeClr val="accent2"/>
              </a:buClr>
              <a:buFont typeface="Courier New" panose="02070309020205020404" pitchFamily="49" charset="0"/>
              <a:buChar char="o"/>
              <a:defRPr sz="1050"/>
            </a:lvl2pPr>
            <a:lvl3pPr marL="857250" indent="-171450">
              <a:buClr>
                <a:schemeClr val="accent1"/>
              </a:buClr>
              <a:buFont typeface="Wingdings" panose="05000000000000000000" pitchFamily="2" charset="2"/>
              <a:buChar char="§"/>
              <a:defRPr sz="1000"/>
            </a:lvl3pPr>
            <a:lvl4pPr>
              <a:buClr>
                <a:schemeClr val="accent1"/>
              </a:buClr>
              <a:defRPr sz="1000"/>
            </a:lvl4pPr>
            <a:lvl5pPr>
              <a:buClr>
                <a:schemeClr val="accent1"/>
              </a:buClr>
              <a:defRPr sz="1000"/>
            </a:lvl5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IN" dirty="0"/>
              <a:t>This can be used as either bullets/ paragraph</a:t>
            </a:r>
          </a:p>
          <a:p>
            <a:pPr lvl="0"/>
            <a:r>
              <a:rPr lang="en-US" dirty="0"/>
              <a:t>Level 1</a:t>
            </a:r>
          </a:p>
          <a:p>
            <a:pPr lvl="1"/>
            <a:r>
              <a:rPr lang="en-US" dirty="0"/>
              <a:t>Level 2</a:t>
            </a:r>
          </a:p>
          <a:p>
            <a:pPr lvl="2"/>
            <a:r>
              <a:rPr lang="en-US" dirty="0"/>
              <a:t>Level 3</a:t>
            </a:r>
          </a:p>
        </p:txBody>
      </p:sp>
      <p:sp>
        <p:nvSpPr>
          <p:cNvPr id="30" name="Text Placeholder 17">
            <a:extLst>
              <a:ext uri="{FF2B5EF4-FFF2-40B4-BE49-F238E27FC236}">
                <a16:creationId xmlns:a16="http://schemas.microsoft.com/office/drawing/2014/main" id="{293D5885-7DFA-AB88-8968-4027CAB96826}"/>
              </a:ext>
            </a:extLst>
          </p:cNvPr>
          <p:cNvSpPr>
            <a:spLocks noGrp="1"/>
          </p:cNvSpPr>
          <p:nvPr>
            <p:ph type="body" sz="quarter" idx="129" hasCustomPrompt="1"/>
          </p:nvPr>
        </p:nvSpPr>
        <p:spPr>
          <a:xfrm>
            <a:off x="3168000" y="3088758"/>
            <a:ext cx="2808001" cy="1606568"/>
          </a:xfrm>
          <a:prstGeom prst="rect">
            <a:avLst/>
          </a:prstGeom>
          <a:noFill/>
          <a:ln>
            <a:noFill/>
          </a:ln>
        </p:spPr>
        <p:txBody>
          <a:bodyPr tIns="90000"/>
          <a:lstStyle>
            <a:lvl1pPr>
              <a:buClr>
                <a:schemeClr val="accent1"/>
              </a:buClr>
              <a:defRPr sz="1050"/>
            </a:lvl1pPr>
            <a:lvl2pPr marL="514350" indent="-171450">
              <a:buClr>
                <a:schemeClr val="accent2"/>
              </a:buClr>
              <a:buFont typeface="Courier New" panose="02070309020205020404" pitchFamily="49" charset="0"/>
              <a:buChar char="o"/>
              <a:defRPr sz="1050"/>
            </a:lvl2pPr>
            <a:lvl3pPr marL="857250" indent="-171450">
              <a:buClr>
                <a:schemeClr val="accent1"/>
              </a:buClr>
              <a:buFont typeface="Wingdings" panose="05000000000000000000" pitchFamily="2" charset="2"/>
              <a:buChar char="§"/>
              <a:defRPr sz="1000"/>
            </a:lvl3pPr>
            <a:lvl4pPr>
              <a:buClr>
                <a:schemeClr val="accent1"/>
              </a:buClr>
              <a:defRPr sz="1000"/>
            </a:lvl4pPr>
            <a:lvl5pPr>
              <a:buClr>
                <a:schemeClr val="accent1"/>
              </a:buClr>
              <a:defRPr sz="1000"/>
            </a:lvl5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IN" dirty="0"/>
              <a:t>This can be used as either bullets/ paragraph</a:t>
            </a:r>
          </a:p>
          <a:p>
            <a:pPr lvl="0"/>
            <a:r>
              <a:rPr lang="en-US" dirty="0"/>
              <a:t>Level 1</a:t>
            </a:r>
          </a:p>
          <a:p>
            <a:pPr lvl="1"/>
            <a:r>
              <a:rPr lang="en-US" dirty="0"/>
              <a:t>Level 2</a:t>
            </a:r>
          </a:p>
          <a:p>
            <a:pPr lvl="2"/>
            <a:r>
              <a:rPr lang="en-US" dirty="0"/>
              <a:t>Level 3</a:t>
            </a:r>
          </a:p>
        </p:txBody>
      </p:sp>
      <p:sp>
        <p:nvSpPr>
          <p:cNvPr id="31" name="Text Placeholder 17">
            <a:extLst>
              <a:ext uri="{FF2B5EF4-FFF2-40B4-BE49-F238E27FC236}">
                <a16:creationId xmlns:a16="http://schemas.microsoft.com/office/drawing/2014/main" id="{EF2102F9-D9BF-2C3A-FED4-0CF44F7C8906}"/>
              </a:ext>
            </a:extLst>
          </p:cNvPr>
          <p:cNvSpPr>
            <a:spLocks noGrp="1"/>
          </p:cNvSpPr>
          <p:nvPr>
            <p:ph type="body" sz="quarter" idx="130" hasCustomPrompt="1"/>
          </p:nvPr>
        </p:nvSpPr>
        <p:spPr>
          <a:xfrm>
            <a:off x="224245" y="3088758"/>
            <a:ext cx="2808001" cy="1606568"/>
          </a:xfrm>
          <a:prstGeom prst="rect">
            <a:avLst/>
          </a:prstGeom>
          <a:noFill/>
          <a:ln>
            <a:noFill/>
          </a:ln>
        </p:spPr>
        <p:txBody>
          <a:bodyPr tIns="90000"/>
          <a:lstStyle>
            <a:lvl1pPr>
              <a:buClr>
                <a:schemeClr val="accent1"/>
              </a:buClr>
              <a:defRPr sz="1050"/>
            </a:lvl1pPr>
            <a:lvl2pPr marL="514350" indent="-171450">
              <a:buClr>
                <a:schemeClr val="accent2"/>
              </a:buClr>
              <a:buFont typeface="Courier New" panose="02070309020205020404" pitchFamily="49" charset="0"/>
              <a:buChar char="o"/>
              <a:defRPr sz="1050"/>
            </a:lvl2pPr>
            <a:lvl3pPr marL="857250" indent="-171450">
              <a:buClr>
                <a:schemeClr val="accent1"/>
              </a:buClr>
              <a:buFont typeface="Wingdings" panose="05000000000000000000" pitchFamily="2" charset="2"/>
              <a:buChar char="§"/>
              <a:defRPr sz="1000"/>
            </a:lvl3pPr>
            <a:lvl4pPr>
              <a:buClr>
                <a:schemeClr val="accent1"/>
              </a:buClr>
              <a:defRPr sz="1000"/>
            </a:lvl4pPr>
            <a:lvl5pPr>
              <a:buClr>
                <a:schemeClr val="accent1"/>
              </a:buClr>
              <a:defRPr sz="1000"/>
            </a:lvl5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IN" dirty="0"/>
              <a:t>This can be used as either bullets/ paragraph</a:t>
            </a:r>
          </a:p>
          <a:p>
            <a:pPr lvl="0"/>
            <a:r>
              <a:rPr lang="en-US" dirty="0"/>
              <a:t>Level 1</a:t>
            </a:r>
          </a:p>
          <a:p>
            <a:pPr lvl="1"/>
            <a:r>
              <a:rPr lang="en-US" dirty="0"/>
              <a:t>Level 2</a:t>
            </a:r>
          </a:p>
          <a:p>
            <a:pPr lvl="2"/>
            <a:r>
              <a:rPr lang="en-US" dirty="0"/>
              <a:t>Level 3</a:t>
            </a:r>
          </a:p>
        </p:txBody>
      </p:sp>
      <p:sp>
        <p:nvSpPr>
          <p:cNvPr id="34" name="Content Placeholder 15">
            <a:extLst>
              <a:ext uri="{FF2B5EF4-FFF2-40B4-BE49-F238E27FC236}">
                <a16:creationId xmlns:a16="http://schemas.microsoft.com/office/drawing/2014/main" id="{47E2DDEC-E76F-8C61-4A38-4BED634D3046}"/>
              </a:ext>
            </a:extLst>
          </p:cNvPr>
          <p:cNvSpPr>
            <a:spLocks noGrp="1"/>
          </p:cNvSpPr>
          <p:nvPr>
            <p:ph sz="quarter" idx="131" hasCustomPrompt="1"/>
          </p:nvPr>
        </p:nvSpPr>
        <p:spPr>
          <a:xfrm>
            <a:off x="-7620" y="974279"/>
            <a:ext cx="9144004" cy="1597472"/>
          </a:xfrm>
          <a:prstGeom prst="rect">
            <a:avLst/>
          </a:prstGeom>
        </p:spPr>
        <p:txBody>
          <a:bodyPr tIns="1116000" anchor="ctr" anchorCtr="1"/>
          <a:lstStyle>
            <a:lvl1pPr marL="0" indent="0" algn="ctr">
              <a:buNone/>
              <a:defRPr lang="en-US" sz="1400" dirty="0" smtClean="0"/>
            </a:lvl1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IN" dirty="0"/>
              <a:t>Click icon to insert the image/smart art/table/video of your choice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8467597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-bloc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raphic 14">
            <a:extLst>
              <a:ext uri="{FF2B5EF4-FFF2-40B4-BE49-F238E27FC236}">
                <a16:creationId xmlns:a16="http://schemas.microsoft.com/office/drawing/2014/main" id="{D1B5DB58-013B-F1AE-3F61-41F821A4B678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358187" y="-1"/>
            <a:ext cx="785814" cy="785814"/>
          </a:xfrm>
          <a:prstGeom prst="rect">
            <a:avLst/>
          </a:prstGeom>
        </p:spPr>
      </p:pic>
      <p:sp>
        <p:nvSpPr>
          <p:cNvPr id="16" name="Title 1">
            <a:extLst>
              <a:ext uri="{FF2B5EF4-FFF2-40B4-BE49-F238E27FC236}">
                <a16:creationId xmlns:a16="http://schemas.microsoft.com/office/drawing/2014/main" id="{1F3A9ED9-315A-A8D8-6C1A-36902E63A1B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4247" y="188464"/>
            <a:ext cx="8133940" cy="461665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400" b="0" i="0">
                <a:solidFill>
                  <a:schemeClr val="accent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en-IN" dirty="0"/>
              <a:t>4-block slide</a:t>
            </a:r>
            <a:endParaRPr lang="en-US" dirty="0"/>
          </a:p>
        </p:txBody>
      </p:sp>
      <p:sp>
        <p:nvSpPr>
          <p:cNvPr id="2" name="Slide Number Placeholder 6">
            <a:extLst>
              <a:ext uri="{FF2B5EF4-FFF2-40B4-BE49-F238E27FC236}">
                <a16:creationId xmlns:a16="http://schemas.microsoft.com/office/drawing/2014/main" id="{FCA1A7DD-AF71-20E2-497F-DDF37E40E5EC}"/>
              </a:ext>
            </a:extLst>
          </p:cNvPr>
          <p:cNvSpPr txBox="1">
            <a:spLocks/>
          </p:cNvSpPr>
          <p:nvPr userDrawn="1"/>
        </p:nvSpPr>
        <p:spPr>
          <a:xfrm>
            <a:off x="58948" y="4831563"/>
            <a:ext cx="360098" cy="273844"/>
          </a:xfrm>
          <a:prstGeom prst="rect">
            <a:avLst/>
          </a:prstGeom>
        </p:spPr>
        <p:txBody>
          <a:bodyPr vert="horz" lIns="68580" tIns="34290" rIns="68580" bIns="34290" rtlCol="0" anchor="ctr"/>
          <a:lstStyle>
            <a:defPPr>
              <a:defRPr lang="en-US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2B60C70C-E473-9E49-863B-88FCC598397C}" type="slidenum">
              <a:rPr lang="en-US" sz="1000" smtClean="0">
                <a:solidFill>
                  <a:srgbClr val="EB262A"/>
                </a:solidFill>
              </a:rPr>
              <a:pPr algn="ctr"/>
              <a:t>‹#›</a:t>
            </a:fld>
            <a:endParaRPr lang="en-US" sz="1000" dirty="0">
              <a:solidFill>
                <a:srgbClr val="EB262A"/>
              </a:solidFill>
            </a:endParaRP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C4063683-A806-9C49-E706-BD858914EF5E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38351" y="4865781"/>
            <a:ext cx="797806" cy="216000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D5CC6ABA-0573-EAFA-9C65-3E2067A56BD5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609" r="21970" b="-6351"/>
          <a:stretch/>
        </p:blipFill>
        <p:spPr>
          <a:xfrm>
            <a:off x="482385" y="4869686"/>
            <a:ext cx="7686676" cy="197599"/>
          </a:xfrm>
          <a:prstGeom prst="rect">
            <a:avLst/>
          </a:prstGeom>
        </p:spPr>
      </p:pic>
      <p:sp>
        <p:nvSpPr>
          <p:cNvPr id="10" name="Text Placeholder 68">
            <a:extLst>
              <a:ext uri="{FF2B5EF4-FFF2-40B4-BE49-F238E27FC236}">
                <a16:creationId xmlns:a16="http://schemas.microsoft.com/office/drawing/2014/main" id="{27FF36AC-AC0E-2567-8A45-3872A365B18F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223177" y="2628577"/>
            <a:ext cx="2071913" cy="358709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accent1"/>
                </a:solidFill>
              </a:defRPr>
            </a:lvl1pPr>
            <a:lvl2pPr marL="342900" indent="0">
              <a:buNone/>
              <a:defRPr/>
            </a:lvl2pPr>
            <a:lvl3pPr marL="685800" indent="0">
              <a:buNone/>
              <a:defRPr/>
            </a:lvl3pPr>
            <a:lvl4pPr marL="1028700" indent="0">
              <a:buNone/>
              <a:defRPr/>
            </a:lvl4pPr>
            <a:lvl5pPr marL="1371600" indent="0">
              <a:buNone/>
              <a:defRPr/>
            </a:lvl5pPr>
          </a:lstStyle>
          <a:p>
            <a:r>
              <a:rPr lang="en-IN" dirty="0"/>
              <a:t>Headline</a:t>
            </a:r>
          </a:p>
        </p:txBody>
      </p:sp>
      <p:sp>
        <p:nvSpPr>
          <p:cNvPr id="31" name="Text Placeholder 68">
            <a:extLst>
              <a:ext uri="{FF2B5EF4-FFF2-40B4-BE49-F238E27FC236}">
                <a16:creationId xmlns:a16="http://schemas.microsoft.com/office/drawing/2014/main" id="{0D0990A8-BCBA-87C5-CEAE-520B99048E37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2431754" y="2628577"/>
            <a:ext cx="2071913" cy="358709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accent1"/>
                </a:solidFill>
              </a:defRPr>
            </a:lvl1pPr>
            <a:lvl2pPr marL="342900" indent="0">
              <a:buNone/>
              <a:defRPr/>
            </a:lvl2pPr>
            <a:lvl3pPr marL="685800" indent="0">
              <a:buNone/>
              <a:defRPr/>
            </a:lvl3pPr>
            <a:lvl4pPr marL="1028700" indent="0">
              <a:buNone/>
              <a:defRPr/>
            </a:lvl4pPr>
            <a:lvl5pPr marL="1371600" indent="0">
              <a:buNone/>
              <a:defRPr/>
            </a:lvl5pPr>
          </a:lstStyle>
          <a:p>
            <a:r>
              <a:rPr lang="en-IN" dirty="0"/>
              <a:t>Headline</a:t>
            </a:r>
          </a:p>
        </p:txBody>
      </p:sp>
      <p:sp>
        <p:nvSpPr>
          <p:cNvPr id="34" name="Text Placeholder 68">
            <a:extLst>
              <a:ext uri="{FF2B5EF4-FFF2-40B4-BE49-F238E27FC236}">
                <a16:creationId xmlns:a16="http://schemas.microsoft.com/office/drawing/2014/main" id="{9B319F48-9428-0971-0B20-9E6D74A1DF19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4640331" y="2628577"/>
            <a:ext cx="2071913" cy="358709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accent1"/>
                </a:solidFill>
              </a:defRPr>
            </a:lvl1pPr>
            <a:lvl2pPr marL="342900" indent="0">
              <a:buNone/>
              <a:defRPr/>
            </a:lvl2pPr>
            <a:lvl3pPr marL="685800" indent="0">
              <a:buNone/>
              <a:defRPr/>
            </a:lvl3pPr>
            <a:lvl4pPr marL="1028700" indent="0">
              <a:buNone/>
              <a:defRPr/>
            </a:lvl4pPr>
            <a:lvl5pPr marL="1371600" indent="0">
              <a:buNone/>
              <a:defRPr/>
            </a:lvl5pPr>
          </a:lstStyle>
          <a:p>
            <a:r>
              <a:rPr lang="en-IN" dirty="0"/>
              <a:t>Headline</a:t>
            </a:r>
          </a:p>
        </p:txBody>
      </p:sp>
      <p:sp>
        <p:nvSpPr>
          <p:cNvPr id="40" name="Text Placeholder 68">
            <a:extLst>
              <a:ext uri="{FF2B5EF4-FFF2-40B4-BE49-F238E27FC236}">
                <a16:creationId xmlns:a16="http://schemas.microsoft.com/office/drawing/2014/main" id="{6138A6DB-9416-FADD-07A2-4EF4178EEE0B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6848909" y="2628577"/>
            <a:ext cx="2071913" cy="358709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accent1"/>
                </a:solidFill>
              </a:defRPr>
            </a:lvl1pPr>
            <a:lvl2pPr marL="342900" indent="0">
              <a:buNone/>
              <a:defRPr/>
            </a:lvl2pPr>
            <a:lvl3pPr marL="685800" indent="0">
              <a:buNone/>
              <a:defRPr/>
            </a:lvl3pPr>
            <a:lvl4pPr marL="1028700" indent="0">
              <a:buNone/>
              <a:defRPr/>
            </a:lvl4pPr>
            <a:lvl5pPr marL="1371600" indent="0">
              <a:buNone/>
              <a:defRPr/>
            </a:lvl5pPr>
          </a:lstStyle>
          <a:p>
            <a:r>
              <a:rPr lang="en-IN" dirty="0"/>
              <a:t>Headline</a:t>
            </a:r>
          </a:p>
        </p:txBody>
      </p:sp>
      <p:sp>
        <p:nvSpPr>
          <p:cNvPr id="43" name="Picture Placeholder 28">
            <a:extLst>
              <a:ext uri="{FF2B5EF4-FFF2-40B4-BE49-F238E27FC236}">
                <a16:creationId xmlns:a16="http://schemas.microsoft.com/office/drawing/2014/main" id="{25E998F8-CCDC-2301-0B61-168DD704BB11}"/>
              </a:ext>
            </a:extLst>
          </p:cNvPr>
          <p:cNvSpPr>
            <a:spLocks noGrp="1"/>
          </p:cNvSpPr>
          <p:nvPr>
            <p:ph type="pic" sz="quarter" idx="79"/>
          </p:nvPr>
        </p:nvSpPr>
        <p:spPr>
          <a:xfrm>
            <a:off x="2431754" y="1013151"/>
            <a:ext cx="1512000" cy="1512000"/>
          </a:xfrm>
          <a:prstGeom prst="rect">
            <a:avLst/>
          </a:prstGeom>
          <a:noFill/>
        </p:spPr>
        <p:txBody>
          <a:bodyPr/>
          <a:lstStyle>
            <a:lvl1pPr marL="0" indent="0">
              <a:buNone/>
              <a:defRPr sz="100">
                <a:solidFill>
                  <a:schemeClr val="accent6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IN" dirty="0"/>
          </a:p>
        </p:txBody>
      </p:sp>
      <p:sp>
        <p:nvSpPr>
          <p:cNvPr id="44" name="Picture Placeholder 28">
            <a:extLst>
              <a:ext uri="{FF2B5EF4-FFF2-40B4-BE49-F238E27FC236}">
                <a16:creationId xmlns:a16="http://schemas.microsoft.com/office/drawing/2014/main" id="{D13BE28B-2747-14DB-7489-3B242E6C8BA0}"/>
              </a:ext>
            </a:extLst>
          </p:cNvPr>
          <p:cNvSpPr>
            <a:spLocks noGrp="1"/>
          </p:cNvSpPr>
          <p:nvPr>
            <p:ph type="pic" sz="quarter" idx="80"/>
          </p:nvPr>
        </p:nvSpPr>
        <p:spPr>
          <a:xfrm>
            <a:off x="4640331" y="1013151"/>
            <a:ext cx="1512000" cy="1512000"/>
          </a:xfrm>
          <a:prstGeom prst="rect">
            <a:avLst/>
          </a:prstGeom>
          <a:noFill/>
        </p:spPr>
        <p:txBody>
          <a:bodyPr/>
          <a:lstStyle>
            <a:lvl1pPr marL="0" indent="0">
              <a:buNone/>
              <a:defRPr sz="100">
                <a:solidFill>
                  <a:schemeClr val="accent6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IN" dirty="0"/>
          </a:p>
        </p:txBody>
      </p:sp>
      <p:sp>
        <p:nvSpPr>
          <p:cNvPr id="45" name="Picture Placeholder 28">
            <a:extLst>
              <a:ext uri="{FF2B5EF4-FFF2-40B4-BE49-F238E27FC236}">
                <a16:creationId xmlns:a16="http://schemas.microsoft.com/office/drawing/2014/main" id="{64444F6B-AB99-2E14-D268-DEEE9A95D3DA}"/>
              </a:ext>
            </a:extLst>
          </p:cNvPr>
          <p:cNvSpPr>
            <a:spLocks noGrp="1"/>
          </p:cNvSpPr>
          <p:nvPr>
            <p:ph type="pic" sz="quarter" idx="81"/>
          </p:nvPr>
        </p:nvSpPr>
        <p:spPr>
          <a:xfrm>
            <a:off x="6848909" y="1013151"/>
            <a:ext cx="1512000" cy="1512000"/>
          </a:xfrm>
          <a:prstGeom prst="rect">
            <a:avLst/>
          </a:prstGeom>
          <a:noFill/>
        </p:spPr>
        <p:txBody>
          <a:bodyPr/>
          <a:lstStyle>
            <a:lvl1pPr marL="0" indent="0">
              <a:buNone/>
              <a:defRPr sz="100">
                <a:solidFill>
                  <a:schemeClr val="accent6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IN" dirty="0"/>
          </a:p>
        </p:txBody>
      </p:sp>
      <p:sp>
        <p:nvSpPr>
          <p:cNvPr id="46" name="Picture Placeholder 28">
            <a:extLst>
              <a:ext uri="{FF2B5EF4-FFF2-40B4-BE49-F238E27FC236}">
                <a16:creationId xmlns:a16="http://schemas.microsoft.com/office/drawing/2014/main" id="{AEAF4F83-3C1F-74A0-360D-5F65C74075C9}"/>
              </a:ext>
            </a:extLst>
          </p:cNvPr>
          <p:cNvSpPr>
            <a:spLocks noGrp="1"/>
          </p:cNvSpPr>
          <p:nvPr>
            <p:ph type="pic" sz="quarter" idx="82"/>
          </p:nvPr>
        </p:nvSpPr>
        <p:spPr>
          <a:xfrm>
            <a:off x="223177" y="1013151"/>
            <a:ext cx="1512000" cy="1512000"/>
          </a:xfrm>
          <a:prstGeom prst="rect">
            <a:avLst/>
          </a:prstGeom>
          <a:noFill/>
        </p:spPr>
        <p:txBody>
          <a:bodyPr/>
          <a:lstStyle>
            <a:lvl1pPr marL="0" indent="0">
              <a:buNone/>
              <a:defRPr sz="100">
                <a:solidFill>
                  <a:schemeClr val="accent6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IN" dirty="0"/>
          </a:p>
        </p:txBody>
      </p:sp>
      <p:sp>
        <p:nvSpPr>
          <p:cNvPr id="9" name="Text Placeholder 17">
            <a:extLst>
              <a:ext uri="{FF2B5EF4-FFF2-40B4-BE49-F238E27FC236}">
                <a16:creationId xmlns:a16="http://schemas.microsoft.com/office/drawing/2014/main" id="{D9C87B65-8FC7-D3D0-5250-457D6C140755}"/>
              </a:ext>
            </a:extLst>
          </p:cNvPr>
          <p:cNvSpPr>
            <a:spLocks noGrp="1"/>
          </p:cNvSpPr>
          <p:nvPr>
            <p:ph type="body" sz="quarter" idx="128" hasCustomPrompt="1"/>
          </p:nvPr>
        </p:nvSpPr>
        <p:spPr>
          <a:xfrm>
            <a:off x="4639267" y="3090712"/>
            <a:ext cx="2070846" cy="1604614"/>
          </a:xfrm>
          <a:prstGeom prst="rect">
            <a:avLst/>
          </a:prstGeom>
          <a:noFill/>
          <a:ln>
            <a:noFill/>
          </a:ln>
        </p:spPr>
        <p:txBody>
          <a:bodyPr tIns="90000"/>
          <a:lstStyle>
            <a:lvl1pPr>
              <a:buClr>
                <a:schemeClr val="accent1"/>
              </a:buClr>
              <a:defRPr sz="1050"/>
            </a:lvl1pPr>
            <a:lvl2pPr marL="514350" indent="-171450">
              <a:buClr>
                <a:schemeClr val="accent2"/>
              </a:buClr>
              <a:buFont typeface="Courier New" panose="02070309020205020404" pitchFamily="49" charset="0"/>
              <a:buChar char="o"/>
              <a:defRPr sz="1050"/>
            </a:lvl2pPr>
            <a:lvl3pPr marL="857250" indent="-171450">
              <a:buClr>
                <a:schemeClr val="accent1"/>
              </a:buClr>
              <a:buFont typeface="Wingdings" panose="05000000000000000000" pitchFamily="2" charset="2"/>
              <a:buChar char="§"/>
              <a:defRPr sz="1000"/>
            </a:lvl3pPr>
            <a:lvl4pPr>
              <a:buClr>
                <a:schemeClr val="accent1"/>
              </a:buClr>
              <a:defRPr sz="1000"/>
            </a:lvl4pPr>
            <a:lvl5pPr>
              <a:buClr>
                <a:schemeClr val="accent1"/>
              </a:buClr>
              <a:defRPr sz="1000"/>
            </a:lvl5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IN" dirty="0"/>
              <a:t>This can be used as either bullets/ paragraph</a:t>
            </a:r>
          </a:p>
          <a:p>
            <a:pPr lvl="0"/>
            <a:r>
              <a:rPr lang="en-US" dirty="0"/>
              <a:t>Level 1</a:t>
            </a:r>
          </a:p>
          <a:p>
            <a:pPr lvl="1"/>
            <a:r>
              <a:rPr lang="en-US" dirty="0"/>
              <a:t>Level 2</a:t>
            </a:r>
          </a:p>
          <a:p>
            <a:pPr lvl="2"/>
            <a:r>
              <a:rPr lang="en-US" dirty="0"/>
              <a:t>Level 3</a:t>
            </a:r>
          </a:p>
        </p:txBody>
      </p:sp>
      <p:sp>
        <p:nvSpPr>
          <p:cNvPr id="12" name="Text Placeholder 17">
            <a:extLst>
              <a:ext uri="{FF2B5EF4-FFF2-40B4-BE49-F238E27FC236}">
                <a16:creationId xmlns:a16="http://schemas.microsoft.com/office/drawing/2014/main" id="{494A94C1-1680-BC43-8589-CE4F52A1B53F}"/>
              </a:ext>
            </a:extLst>
          </p:cNvPr>
          <p:cNvSpPr>
            <a:spLocks noGrp="1"/>
          </p:cNvSpPr>
          <p:nvPr>
            <p:ph type="body" sz="quarter" idx="129" hasCustomPrompt="1"/>
          </p:nvPr>
        </p:nvSpPr>
        <p:spPr>
          <a:xfrm>
            <a:off x="2431755" y="3090712"/>
            <a:ext cx="2070846" cy="1604614"/>
          </a:xfrm>
          <a:prstGeom prst="rect">
            <a:avLst/>
          </a:prstGeom>
          <a:noFill/>
          <a:ln>
            <a:noFill/>
          </a:ln>
        </p:spPr>
        <p:txBody>
          <a:bodyPr tIns="90000"/>
          <a:lstStyle>
            <a:lvl1pPr>
              <a:buClr>
                <a:schemeClr val="accent1"/>
              </a:buClr>
              <a:defRPr sz="1050"/>
            </a:lvl1pPr>
            <a:lvl2pPr marL="514350" indent="-171450">
              <a:buClr>
                <a:schemeClr val="accent2"/>
              </a:buClr>
              <a:buFont typeface="Courier New" panose="02070309020205020404" pitchFamily="49" charset="0"/>
              <a:buChar char="o"/>
              <a:defRPr sz="1050"/>
            </a:lvl2pPr>
            <a:lvl3pPr marL="857250" indent="-171450">
              <a:buClr>
                <a:schemeClr val="accent1"/>
              </a:buClr>
              <a:buFont typeface="Wingdings" panose="05000000000000000000" pitchFamily="2" charset="2"/>
              <a:buChar char="§"/>
              <a:defRPr sz="1000"/>
            </a:lvl3pPr>
            <a:lvl4pPr>
              <a:buClr>
                <a:schemeClr val="accent1"/>
              </a:buClr>
              <a:defRPr sz="1000"/>
            </a:lvl4pPr>
            <a:lvl5pPr>
              <a:buClr>
                <a:schemeClr val="accent1"/>
              </a:buClr>
              <a:defRPr sz="1000"/>
            </a:lvl5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IN" dirty="0"/>
              <a:t>This can be used as either bullets/ paragraph</a:t>
            </a:r>
          </a:p>
          <a:p>
            <a:pPr lvl="0"/>
            <a:r>
              <a:rPr lang="en-US" dirty="0"/>
              <a:t>Level 1</a:t>
            </a:r>
          </a:p>
          <a:p>
            <a:pPr lvl="1"/>
            <a:r>
              <a:rPr lang="en-US" dirty="0"/>
              <a:t>Level 2</a:t>
            </a:r>
          </a:p>
          <a:p>
            <a:pPr lvl="2"/>
            <a:r>
              <a:rPr lang="en-US" dirty="0"/>
              <a:t>Level 3</a:t>
            </a:r>
          </a:p>
        </p:txBody>
      </p:sp>
      <p:sp>
        <p:nvSpPr>
          <p:cNvPr id="13" name="Text Placeholder 17">
            <a:extLst>
              <a:ext uri="{FF2B5EF4-FFF2-40B4-BE49-F238E27FC236}">
                <a16:creationId xmlns:a16="http://schemas.microsoft.com/office/drawing/2014/main" id="{41980B17-04EC-FBE6-BD35-C8290D279706}"/>
              </a:ext>
            </a:extLst>
          </p:cNvPr>
          <p:cNvSpPr>
            <a:spLocks noGrp="1"/>
          </p:cNvSpPr>
          <p:nvPr>
            <p:ph type="body" sz="quarter" idx="130" hasCustomPrompt="1"/>
          </p:nvPr>
        </p:nvSpPr>
        <p:spPr>
          <a:xfrm>
            <a:off x="224245" y="3090712"/>
            <a:ext cx="2070845" cy="1604614"/>
          </a:xfrm>
          <a:prstGeom prst="rect">
            <a:avLst/>
          </a:prstGeom>
          <a:noFill/>
          <a:ln>
            <a:noFill/>
          </a:ln>
        </p:spPr>
        <p:txBody>
          <a:bodyPr tIns="90000"/>
          <a:lstStyle>
            <a:lvl1pPr>
              <a:buClr>
                <a:schemeClr val="accent1"/>
              </a:buClr>
              <a:defRPr sz="1050"/>
            </a:lvl1pPr>
            <a:lvl2pPr marL="514350" indent="-171450">
              <a:buClr>
                <a:schemeClr val="accent2"/>
              </a:buClr>
              <a:buFont typeface="Courier New" panose="02070309020205020404" pitchFamily="49" charset="0"/>
              <a:buChar char="o"/>
              <a:defRPr sz="1050"/>
            </a:lvl2pPr>
            <a:lvl3pPr marL="857250" indent="-171450">
              <a:buClr>
                <a:schemeClr val="accent1"/>
              </a:buClr>
              <a:buFont typeface="Wingdings" panose="05000000000000000000" pitchFamily="2" charset="2"/>
              <a:buChar char="§"/>
              <a:defRPr sz="1000"/>
            </a:lvl3pPr>
            <a:lvl4pPr>
              <a:buClr>
                <a:schemeClr val="accent1"/>
              </a:buClr>
              <a:defRPr sz="1000"/>
            </a:lvl4pPr>
            <a:lvl5pPr>
              <a:buClr>
                <a:schemeClr val="accent1"/>
              </a:buClr>
              <a:defRPr sz="1000"/>
            </a:lvl5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IN" dirty="0"/>
              <a:t>This can be used as either bullets/ paragraph</a:t>
            </a:r>
          </a:p>
          <a:p>
            <a:pPr lvl="0"/>
            <a:r>
              <a:rPr lang="en-US" dirty="0"/>
              <a:t>Level 1</a:t>
            </a:r>
          </a:p>
          <a:p>
            <a:pPr lvl="1"/>
            <a:r>
              <a:rPr lang="en-US" dirty="0"/>
              <a:t>Level 2</a:t>
            </a:r>
          </a:p>
          <a:p>
            <a:pPr lvl="2"/>
            <a:r>
              <a:rPr lang="en-US" dirty="0"/>
              <a:t>Level 3</a:t>
            </a:r>
          </a:p>
        </p:txBody>
      </p:sp>
      <p:sp>
        <p:nvSpPr>
          <p:cNvPr id="14" name="Text Placeholder 17">
            <a:extLst>
              <a:ext uri="{FF2B5EF4-FFF2-40B4-BE49-F238E27FC236}">
                <a16:creationId xmlns:a16="http://schemas.microsoft.com/office/drawing/2014/main" id="{55D3A915-5168-A8A7-7375-BEEFB3AA7513}"/>
              </a:ext>
            </a:extLst>
          </p:cNvPr>
          <p:cNvSpPr>
            <a:spLocks noGrp="1"/>
          </p:cNvSpPr>
          <p:nvPr>
            <p:ph type="body" sz="quarter" idx="131" hasCustomPrompt="1"/>
          </p:nvPr>
        </p:nvSpPr>
        <p:spPr>
          <a:xfrm>
            <a:off x="6849442" y="3090712"/>
            <a:ext cx="2070846" cy="1604614"/>
          </a:xfrm>
          <a:prstGeom prst="rect">
            <a:avLst/>
          </a:prstGeom>
          <a:noFill/>
          <a:ln>
            <a:noFill/>
          </a:ln>
        </p:spPr>
        <p:txBody>
          <a:bodyPr tIns="90000"/>
          <a:lstStyle>
            <a:lvl1pPr>
              <a:buClr>
                <a:schemeClr val="accent1"/>
              </a:buClr>
              <a:defRPr sz="1050"/>
            </a:lvl1pPr>
            <a:lvl2pPr marL="514350" indent="-171450">
              <a:buClr>
                <a:schemeClr val="accent2"/>
              </a:buClr>
              <a:buFont typeface="Courier New" panose="02070309020205020404" pitchFamily="49" charset="0"/>
              <a:buChar char="o"/>
              <a:defRPr sz="1050"/>
            </a:lvl2pPr>
            <a:lvl3pPr marL="857250" indent="-171450">
              <a:buClr>
                <a:schemeClr val="accent1"/>
              </a:buClr>
              <a:buFont typeface="Wingdings" panose="05000000000000000000" pitchFamily="2" charset="2"/>
              <a:buChar char="§"/>
              <a:defRPr sz="1000"/>
            </a:lvl3pPr>
            <a:lvl4pPr>
              <a:buClr>
                <a:schemeClr val="accent1"/>
              </a:buClr>
              <a:defRPr sz="1000"/>
            </a:lvl4pPr>
            <a:lvl5pPr>
              <a:buClr>
                <a:schemeClr val="accent1"/>
              </a:buClr>
              <a:defRPr sz="1000"/>
            </a:lvl5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IN" dirty="0"/>
              <a:t>This can be used as either bullets/ paragraph</a:t>
            </a:r>
          </a:p>
          <a:p>
            <a:pPr lvl="0"/>
            <a:r>
              <a:rPr lang="en-US" dirty="0"/>
              <a:t>Level 1</a:t>
            </a:r>
          </a:p>
          <a:p>
            <a:pPr lvl="1"/>
            <a:r>
              <a:rPr lang="en-US" dirty="0"/>
              <a:t>Level 2</a:t>
            </a:r>
          </a:p>
          <a:p>
            <a:pPr lvl="2"/>
            <a:r>
              <a:rPr lang="en-US" dirty="0"/>
              <a:t>Level 3</a:t>
            </a:r>
          </a:p>
        </p:txBody>
      </p:sp>
    </p:spTree>
    <p:extLst>
      <p:ext uri="{BB962C8B-B14F-4D97-AF65-F5344CB8AC3E}">
        <p14:creationId xmlns:p14="http://schemas.microsoft.com/office/powerpoint/2010/main" val="366988963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-bloc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68">
            <a:extLst>
              <a:ext uri="{FF2B5EF4-FFF2-40B4-BE49-F238E27FC236}">
                <a16:creationId xmlns:a16="http://schemas.microsoft.com/office/drawing/2014/main" id="{21958ED2-DFC4-B523-0556-4E9D085228B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312359" y="2271524"/>
            <a:ext cx="1680614" cy="305413"/>
          </a:xfrm>
          <a:prstGeom prst="rect">
            <a:avLst/>
          </a:prstGeom>
        </p:spPr>
        <p:txBody>
          <a:bodyPr anchor="b"/>
          <a:lstStyle>
            <a:lvl1pPr>
              <a:defRPr lang="en-IN" sz="1400" dirty="0">
                <a:solidFill>
                  <a:schemeClr val="accent1"/>
                </a:solidFill>
              </a:defRPr>
            </a:lvl1pPr>
          </a:lstStyle>
          <a:p>
            <a:pPr marL="0" lv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IN" dirty="0"/>
              <a:t>Heading</a:t>
            </a:r>
          </a:p>
        </p:txBody>
      </p:sp>
      <p:sp>
        <p:nvSpPr>
          <p:cNvPr id="14" name="Text Placeholder 17">
            <a:extLst>
              <a:ext uri="{FF2B5EF4-FFF2-40B4-BE49-F238E27FC236}">
                <a16:creationId xmlns:a16="http://schemas.microsoft.com/office/drawing/2014/main" id="{D9304B9F-6587-0902-BD6B-00B028B3202E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312360" y="2643133"/>
            <a:ext cx="1679760" cy="765706"/>
          </a:xfrm>
          <a:prstGeom prst="rect">
            <a:avLst/>
          </a:prstGeom>
          <a:noFill/>
          <a:ln>
            <a:noFill/>
          </a:ln>
        </p:spPr>
        <p:txBody>
          <a:bodyPr lIns="72000" tIns="36000" rIns="36000"/>
          <a:lstStyle>
            <a:lvl1pPr>
              <a:defRPr lang="en-IN" sz="1100" dirty="0" smtClean="0"/>
            </a:lvl1pPr>
            <a:lvl4pPr>
              <a:defRPr lang="en-IN" sz="1200" dirty="0"/>
            </a:lvl4pPr>
          </a:lstStyle>
          <a:p>
            <a:pPr marL="0" marR="0" lvl="0" indent="0" fontAlgn="auto">
              <a:spcAft>
                <a:spcPts val="0"/>
              </a:spcAft>
              <a:buClr>
                <a:schemeClr val="accent1"/>
              </a:buClr>
              <a:buSzTx/>
              <a:buNone/>
              <a:tabLst/>
            </a:pPr>
            <a:r>
              <a:rPr lang="en-IN" dirty="0"/>
              <a:t>This can be used as either bullets/ paragraph</a:t>
            </a:r>
          </a:p>
          <a:p>
            <a:pPr lvl="3"/>
            <a:endParaRPr lang="en-IN" dirty="0"/>
          </a:p>
        </p:txBody>
      </p:sp>
      <p:pic>
        <p:nvPicPr>
          <p:cNvPr id="15" name="Graphic 14">
            <a:extLst>
              <a:ext uri="{FF2B5EF4-FFF2-40B4-BE49-F238E27FC236}">
                <a16:creationId xmlns:a16="http://schemas.microsoft.com/office/drawing/2014/main" id="{D1B5DB58-013B-F1AE-3F61-41F821A4B678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358187" y="-1"/>
            <a:ext cx="785814" cy="785814"/>
          </a:xfrm>
          <a:prstGeom prst="rect">
            <a:avLst/>
          </a:prstGeom>
        </p:spPr>
      </p:pic>
      <p:sp>
        <p:nvSpPr>
          <p:cNvPr id="16" name="Title 1">
            <a:extLst>
              <a:ext uri="{FF2B5EF4-FFF2-40B4-BE49-F238E27FC236}">
                <a16:creationId xmlns:a16="http://schemas.microsoft.com/office/drawing/2014/main" id="{1F3A9ED9-315A-A8D8-6C1A-36902E63A1B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4247" y="188464"/>
            <a:ext cx="8133940" cy="461665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400" b="0" i="0">
                <a:solidFill>
                  <a:schemeClr val="accent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en-IN" dirty="0"/>
              <a:t>6-block slide</a:t>
            </a:r>
            <a:endParaRPr lang="en-US" dirty="0"/>
          </a:p>
        </p:txBody>
      </p:sp>
      <p:sp>
        <p:nvSpPr>
          <p:cNvPr id="51" name="Picture Placeholder 28">
            <a:extLst>
              <a:ext uri="{FF2B5EF4-FFF2-40B4-BE49-F238E27FC236}">
                <a16:creationId xmlns:a16="http://schemas.microsoft.com/office/drawing/2014/main" id="{468ADD1F-FB47-B520-74D7-64237B9790B0}"/>
              </a:ext>
            </a:extLst>
          </p:cNvPr>
          <p:cNvSpPr>
            <a:spLocks noGrp="1"/>
          </p:cNvSpPr>
          <p:nvPr>
            <p:ph type="pic" sz="quarter" idx="60"/>
          </p:nvPr>
        </p:nvSpPr>
        <p:spPr>
          <a:xfrm>
            <a:off x="216223" y="2276639"/>
            <a:ext cx="994956" cy="1132199"/>
          </a:xfrm>
          <a:prstGeom prst="rect">
            <a:avLst/>
          </a:prstGeom>
          <a:noFill/>
        </p:spPr>
        <p:txBody>
          <a:bodyPr/>
          <a:lstStyle>
            <a:lvl1pPr marL="0" indent="0">
              <a:buNone/>
              <a:defRPr sz="100">
                <a:solidFill>
                  <a:schemeClr val="accent6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IN" dirty="0"/>
          </a:p>
        </p:txBody>
      </p:sp>
      <p:sp>
        <p:nvSpPr>
          <p:cNvPr id="52" name="Picture Placeholder 28">
            <a:extLst>
              <a:ext uri="{FF2B5EF4-FFF2-40B4-BE49-F238E27FC236}">
                <a16:creationId xmlns:a16="http://schemas.microsoft.com/office/drawing/2014/main" id="{DA30704A-84A6-E228-8C52-795241BC79FD}"/>
              </a:ext>
            </a:extLst>
          </p:cNvPr>
          <p:cNvSpPr>
            <a:spLocks noGrp="1"/>
          </p:cNvSpPr>
          <p:nvPr>
            <p:ph type="pic" sz="quarter" idx="61"/>
          </p:nvPr>
        </p:nvSpPr>
        <p:spPr>
          <a:xfrm>
            <a:off x="216223" y="3554101"/>
            <a:ext cx="994956" cy="1132199"/>
          </a:xfrm>
          <a:prstGeom prst="rect">
            <a:avLst/>
          </a:prstGeom>
          <a:noFill/>
        </p:spPr>
        <p:txBody>
          <a:bodyPr/>
          <a:lstStyle>
            <a:lvl1pPr marL="0" indent="0">
              <a:buNone/>
              <a:defRPr sz="100">
                <a:solidFill>
                  <a:schemeClr val="accent6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IN" dirty="0"/>
          </a:p>
        </p:txBody>
      </p:sp>
      <p:sp>
        <p:nvSpPr>
          <p:cNvPr id="4" name="Slide Number Placeholder 6">
            <a:extLst>
              <a:ext uri="{FF2B5EF4-FFF2-40B4-BE49-F238E27FC236}">
                <a16:creationId xmlns:a16="http://schemas.microsoft.com/office/drawing/2014/main" id="{54F75C6D-E72A-0007-7E00-05DD4A88A0B1}"/>
              </a:ext>
            </a:extLst>
          </p:cNvPr>
          <p:cNvSpPr txBox="1">
            <a:spLocks/>
          </p:cNvSpPr>
          <p:nvPr userDrawn="1"/>
        </p:nvSpPr>
        <p:spPr>
          <a:xfrm>
            <a:off x="58948" y="4831563"/>
            <a:ext cx="360098" cy="273844"/>
          </a:xfrm>
          <a:prstGeom prst="rect">
            <a:avLst/>
          </a:prstGeom>
        </p:spPr>
        <p:txBody>
          <a:bodyPr vert="horz" lIns="68580" tIns="34290" rIns="68580" bIns="34290" rtlCol="0" anchor="ctr"/>
          <a:lstStyle>
            <a:defPPr>
              <a:defRPr lang="en-US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2B60C70C-E473-9E49-863B-88FCC598397C}" type="slidenum">
              <a:rPr lang="en-US" sz="1000" smtClean="0">
                <a:solidFill>
                  <a:srgbClr val="EB262A"/>
                </a:solidFill>
              </a:rPr>
              <a:pPr algn="ctr"/>
              <a:t>‹#›</a:t>
            </a:fld>
            <a:endParaRPr lang="en-US" sz="1000" dirty="0">
              <a:solidFill>
                <a:srgbClr val="EB262A"/>
              </a:solidFill>
            </a:endParaRP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592039A4-FA6F-9583-A4C3-8BFB8C201FB9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38351" y="4865781"/>
            <a:ext cx="797806" cy="216000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CCC383DA-235B-2031-CB72-B534D2C04619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609" r="21970" b="-6351"/>
          <a:stretch/>
        </p:blipFill>
        <p:spPr>
          <a:xfrm>
            <a:off x="482385" y="4869686"/>
            <a:ext cx="7686676" cy="197599"/>
          </a:xfrm>
          <a:prstGeom prst="rect">
            <a:avLst/>
          </a:prstGeom>
        </p:spPr>
      </p:pic>
      <p:sp>
        <p:nvSpPr>
          <p:cNvPr id="13" name="Text Placeholder 68">
            <a:extLst>
              <a:ext uri="{FF2B5EF4-FFF2-40B4-BE49-F238E27FC236}">
                <a16:creationId xmlns:a16="http://schemas.microsoft.com/office/drawing/2014/main" id="{022FCBCC-4588-905D-6F30-6D65D2F2BCE9}"/>
              </a:ext>
            </a:extLst>
          </p:cNvPr>
          <p:cNvSpPr>
            <a:spLocks noGrp="1"/>
          </p:cNvSpPr>
          <p:nvPr>
            <p:ph type="body" sz="quarter" idx="62" hasCustomPrompt="1"/>
          </p:nvPr>
        </p:nvSpPr>
        <p:spPr>
          <a:xfrm>
            <a:off x="1312359" y="3554101"/>
            <a:ext cx="1680614" cy="305413"/>
          </a:xfrm>
          <a:prstGeom prst="rect">
            <a:avLst/>
          </a:prstGeom>
        </p:spPr>
        <p:txBody>
          <a:bodyPr anchor="b"/>
          <a:lstStyle>
            <a:lvl1pPr>
              <a:defRPr lang="en-IN" sz="1400" dirty="0">
                <a:solidFill>
                  <a:schemeClr val="accent1"/>
                </a:solidFill>
              </a:defRPr>
            </a:lvl1pPr>
          </a:lstStyle>
          <a:p>
            <a:pPr marL="0" lv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IN" dirty="0"/>
              <a:t>Heading</a:t>
            </a:r>
          </a:p>
        </p:txBody>
      </p:sp>
      <p:sp>
        <p:nvSpPr>
          <p:cNvPr id="20" name="Text Placeholder 17">
            <a:extLst>
              <a:ext uri="{FF2B5EF4-FFF2-40B4-BE49-F238E27FC236}">
                <a16:creationId xmlns:a16="http://schemas.microsoft.com/office/drawing/2014/main" id="{A4816977-3EC3-2959-4565-0AA51009F9F6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1312360" y="3920594"/>
            <a:ext cx="1679760" cy="765706"/>
          </a:xfrm>
          <a:prstGeom prst="rect">
            <a:avLst/>
          </a:prstGeom>
          <a:noFill/>
          <a:ln>
            <a:noFill/>
          </a:ln>
        </p:spPr>
        <p:txBody>
          <a:bodyPr lIns="90000" tIns="90000" rIns="90000"/>
          <a:lstStyle>
            <a:lvl1pPr>
              <a:defRPr lang="en-US" sz="1100" dirty="0"/>
            </a:lvl1pPr>
          </a:lstStyle>
          <a:p>
            <a:pPr marL="0" marR="0" lvl="0" indent="0" fontAlgn="auto">
              <a:spcAft>
                <a:spcPts val="0"/>
              </a:spcAft>
              <a:buClr>
                <a:schemeClr val="accent1"/>
              </a:buClr>
              <a:buSzTx/>
              <a:buNone/>
              <a:tabLst/>
            </a:pPr>
            <a:r>
              <a:rPr lang="en-IN" dirty="0"/>
              <a:t>This can be used as either bullets/ paragraph</a:t>
            </a:r>
          </a:p>
        </p:txBody>
      </p:sp>
      <p:sp>
        <p:nvSpPr>
          <p:cNvPr id="21" name="Text Placeholder 68">
            <a:extLst>
              <a:ext uri="{FF2B5EF4-FFF2-40B4-BE49-F238E27FC236}">
                <a16:creationId xmlns:a16="http://schemas.microsoft.com/office/drawing/2014/main" id="{5DE98975-8CA8-6233-20DC-E441BCEF6EC3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4288715" y="2271524"/>
            <a:ext cx="1680614" cy="305413"/>
          </a:xfrm>
          <a:prstGeom prst="rect">
            <a:avLst/>
          </a:prstGeom>
        </p:spPr>
        <p:txBody>
          <a:bodyPr anchor="b"/>
          <a:lstStyle>
            <a:lvl1pPr>
              <a:defRPr lang="en-IN" sz="1400" dirty="0">
                <a:solidFill>
                  <a:schemeClr val="accent1"/>
                </a:solidFill>
              </a:defRPr>
            </a:lvl1pPr>
          </a:lstStyle>
          <a:p>
            <a:pPr marL="0" lv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IN" dirty="0"/>
              <a:t>Heading</a:t>
            </a:r>
          </a:p>
        </p:txBody>
      </p:sp>
      <p:sp>
        <p:nvSpPr>
          <p:cNvPr id="22" name="Text Placeholder 17">
            <a:extLst>
              <a:ext uri="{FF2B5EF4-FFF2-40B4-BE49-F238E27FC236}">
                <a16:creationId xmlns:a16="http://schemas.microsoft.com/office/drawing/2014/main" id="{DB82C052-F1B8-7E5C-8498-139DBA81AA63}"/>
              </a:ext>
            </a:extLst>
          </p:cNvPr>
          <p:cNvSpPr>
            <a:spLocks noGrp="1"/>
          </p:cNvSpPr>
          <p:nvPr>
            <p:ph type="body" sz="quarter" idx="65" hasCustomPrompt="1"/>
          </p:nvPr>
        </p:nvSpPr>
        <p:spPr>
          <a:xfrm>
            <a:off x="4288716" y="2643133"/>
            <a:ext cx="1679760" cy="765706"/>
          </a:xfrm>
          <a:prstGeom prst="rect">
            <a:avLst/>
          </a:prstGeom>
          <a:noFill/>
          <a:ln>
            <a:noFill/>
          </a:ln>
        </p:spPr>
        <p:txBody>
          <a:bodyPr lIns="90000" tIns="90000" rIns="90000"/>
          <a:lstStyle>
            <a:lvl1pPr>
              <a:defRPr lang="en-US" sz="1100" dirty="0"/>
            </a:lvl1pPr>
          </a:lstStyle>
          <a:p>
            <a:pPr marL="0" marR="0" lvl="0" indent="0" fontAlgn="auto">
              <a:spcAft>
                <a:spcPts val="0"/>
              </a:spcAft>
              <a:buClr>
                <a:schemeClr val="accent1"/>
              </a:buClr>
              <a:buSzTx/>
              <a:buNone/>
              <a:tabLst/>
            </a:pPr>
            <a:r>
              <a:rPr lang="en-IN" dirty="0"/>
              <a:t>This can be used as either bullets/ paragraph</a:t>
            </a:r>
          </a:p>
        </p:txBody>
      </p:sp>
      <p:sp>
        <p:nvSpPr>
          <p:cNvPr id="23" name="Picture Placeholder 28">
            <a:extLst>
              <a:ext uri="{FF2B5EF4-FFF2-40B4-BE49-F238E27FC236}">
                <a16:creationId xmlns:a16="http://schemas.microsoft.com/office/drawing/2014/main" id="{0CD65ECD-C83A-CB99-016A-FE4165744CC6}"/>
              </a:ext>
            </a:extLst>
          </p:cNvPr>
          <p:cNvSpPr>
            <a:spLocks noGrp="1"/>
          </p:cNvSpPr>
          <p:nvPr>
            <p:ph type="pic" sz="quarter" idx="66"/>
          </p:nvPr>
        </p:nvSpPr>
        <p:spPr>
          <a:xfrm>
            <a:off x="3192579" y="2276639"/>
            <a:ext cx="994956" cy="1132199"/>
          </a:xfrm>
          <a:prstGeom prst="rect">
            <a:avLst/>
          </a:prstGeom>
          <a:noFill/>
        </p:spPr>
        <p:txBody>
          <a:bodyPr/>
          <a:lstStyle>
            <a:lvl1pPr marL="0" indent="0">
              <a:buNone/>
              <a:defRPr sz="100">
                <a:solidFill>
                  <a:schemeClr val="accent6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IN" dirty="0"/>
          </a:p>
        </p:txBody>
      </p:sp>
      <p:sp>
        <p:nvSpPr>
          <p:cNvPr id="24" name="Picture Placeholder 28">
            <a:extLst>
              <a:ext uri="{FF2B5EF4-FFF2-40B4-BE49-F238E27FC236}">
                <a16:creationId xmlns:a16="http://schemas.microsoft.com/office/drawing/2014/main" id="{E3B761CF-EA8E-BA0C-FDD1-52E5628AE438}"/>
              </a:ext>
            </a:extLst>
          </p:cNvPr>
          <p:cNvSpPr>
            <a:spLocks noGrp="1"/>
          </p:cNvSpPr>
          <p:nvPr>
            <p:ph type="pic" sz="quarter" idx="67"/>
          </p:nvPr>
        </p:nvSpPr>
        <p:spPr>
          <a:xfrm>
            <a:off x="3192579" y="3554101"/>
            <a:ext cx="994956" cy="1132199"/>
          </a:xfrm>
          <a:prstGeom prst="rect">
            <a:avLst/>
          </a:prstGeom>
          <a:noFill/>
        </p:spPr>
        <p:txBody>
          <a:bodyPr/>
          <a:lstStyle>
            <a:lvl1pPr marL="0" indent="0">
              <a:buNone/>
              <a:defRPr sz="100">
                <a:solidFill>
                  <a:schemeClr val="accent6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IN" dirty="0"/>
          </a:p>
        </p:txBody>
      </p:sp>
      <p:sp>
        <p:nvSpPr>
          <p:cNvPr id="25" name="Text Placeholder 68">
            <a:extLst>
              <a:ext uri="{FF2B5EF4-FFF2-40B4-BE49-F238E27FC236}">
                <a16:creationId xmlns:a16="http://schemas.microsoft.com/office/drawing/2014/main" id="{A07D933F-D3F2-91C1-78B9-A3963CC61AC7}"/>
              </a:ext>
            </a:extLst>
          </p:cNvPr>
          <p:cNvSpPr>
            <a:spLocks noGrp="1"/>
          </p:cNvSpPr>
          <p:nvPr>
            <p:ph type="body" sz="quarter" idx="68" hasCustomPrompt="1"/>
          </p:nvPr>
        </p:nvSpPr>
        <p:spPr>
          <a:xfrm>
            <a:off x="4288715" y="3554101"/>
            <a:ext cx="1680614" cy="305413"/>
          </a:xfrm>
          <a:prstGeom prst="rect">
            <a:avLst/>
          </a:prstGeom>
        </p:spPr>
        <p:txBody>
          <a:bodyPr anchor="b"/>
          <a:lstStyle>
            <a:lvl1pPr>
              <a:defRPr lang="en-IN" sz="1400" dirty="0">
                <a:solidFill>
                  <a:schemeClr val="accent1"/>
                </a:solidFill>
              </a:defRPr>
            </a:lvl1pPr>
          </a:lstStyle>
          <a:p>
            <a:pPr marL="0" lv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IN" dirty="0"/>
              <a:t>Heading</a:t>
            </a:r>
          </a:p>
        </p:txBody>
      </p:sp>
      <p:sp>
        <p:nvSpPr>
          <p:cNvPr id="26" name="Text Placeholder 17">
            <a:extLst>
              <a:ext uri="{FF2B5EF4-FFF2-40B4-BE49-F238E27FC236}">
                <a16:creationId xmlns:a16="http://schemas.microsoft.com/office/drawing/2014/main" id="{C82230FF-2D04-98B4-FC0A-30355E38487C}"/>
              </a:ext>
            </a:extLst>
          </p:cNvPr>
          <p:cNvSpPr>
            <a:spLocks noGrp="1"/>
          </p:cNvSpPr>
          <p:nvPr>
            <p:ph type="body" sz="quarter" idx="69" hasCustomPrompt="1"/>
          </p:nvPr>
        </p:nvSpPr>
        <p:spPr>
          <a:xfrm>
            <a:off x="4288716" y="3920594"/>
            <a:ext cx="1679760" cy="765706"/>
          </a:xfrm>
          <a:prstGeom prst="rect">
            <a:avLst/>
          </a:prstGeom>
          <a:noFill/>
          <a:ln>
            <a:noFill/>
          </a:ln>
        </p:spPr>
        <p:txBody>
          <a:bodyPr lIns="90000" tIns="90000" rIns="90000"/>
          <a:lstStyle>
            <a:lvl1pPr>
              <a:defRPr lang="en-US" sz="1100" dirty="0"/>
            </a:lvl1pPr>
          </a:lstStyle>
          <a:p>
            <a:pPr marL="0" marR="0" lvl="0" indent="0" fontAlgn="auto">
              <a:spcAft>
                <a:spcPts val="0"/>
              </a:spcAft>
              <a:buClr>
                <a:schemeClr val="accent1"/>
              </a:buClr>
              <a:buSzTx/>
              <a:buNone/>
              <a:tabLst/>
            </a:pPr>
            <a:r>
              <a:rPr lang="en-IN" dirty="0"/>
              <a:t>This can be used as either bullets/ paragraph</a:t>
            </a:r>
          </a:p>
        </p:txBody>
      </p:sp>
      <p:sp>
        <p:nvSpPr>
          <p:cNvPr id="27" name="Text Placeholder 68">
            <a:extLst>
              <a:ext uri="{FF2B5EF4-FFF2-40B4-BE49-F238E27FC236}">
                <a16:creationId xmlns:a16="http://schemas.microsoft.com/office/drawing/2014/main" id="{FD1CC2F5-A2B5-DE5C-B9DC-8BE5EE1644A5}"/>
              </a:ext>
            </a:extLst>
          </p:cNvPr>
          <p:cNvSpPr>
            <a:spLocks noGrp="1"/>
          </p:cNvSpPr>
          <p:nvPr>
            <p:ph type="body" sz="quarter" idx="70" hasCustomPrompt="1"/>
          </p:nvPr>
        </p:nvSpPr>
        <p:spPr>
          <a:xfrm>
            <a:off x="7247165" y="2271524"/>
            <a:ext cx="1680614" cy="305413"/>
          </a:xfrm>
          <a:prstGeom prst="rect">
            <a:avLst/>
          </a:prstGeom>
        </p:spPr>
        <p:txBody>
          <a:bodyPr anchor="b"/>
          <a:lstStyle>
            <a:lvl1pPr>
              <a:defRPr lang="en-IN" sz="1400" dirty="0">
                <a:solidFill>
                  <a:schemeClr val="accent1"/>
                </a:solidFill>
              </a:defRPr>
            </a:lvl1pPr>
          </a:lstStyle>
          <a:p>
            <a:pPr marL="0" lv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IN" dirty="0"/>
              <a:t>Heading</a:t>
            </a:r>
          </a:p>
        </p:txBody>
      </p:sp>
      <p:sp>
        <p:nvSpPr>
          <p:cNvPr id="28" name="Text Placeholder 17">
            <a:extLst>
              <a:ext uri="{FF2B5EF4-FFF2-40B4-BE49-F238E27FC236}">
                <a16:creationId xmlns:a16="http://schemas.microsoft.com/office/drawing/2014/main" id="{A4862714-BED0-6F7D-FDC5-56BFC0377BEF}"/>
              </a:ext>
            </a:extLst>
          </p:cNvPr>
          <p:cNvSpPr>
            <a:spLocks noGrp="1"/>
          </p:cNvSpPr>
          <p:nvPr>
            <p:ph type="body" sz="quarter" idx="71" hasCustomPrompt="1"/>
          </p:nvPr>
        </p:nvSpPr>
        <p:spPr>
          <a:xfrm>
            <a:off x="7247166" y="2643133"/>
            <a:ext cx="1679760" cy="765706"/>
          </a:xfrm>
          <a:prstGeom prst="rect">
            <a:avLst/>
          </a:prstGeom>
          <a:noFill/>
          <a:ln>
            <a:noFill/>
          </a:ln>
        </p:spPr>
        <p:txBody>
          <a:bodyPr lIns="90000" tIns="90000" rIns="90000"/>
          <a:lstStyle>
            <a:lvl1pPr>
              <a:defRPr lang="en-US" sz="1100" dirty="0"/>
            </a:lvl1pPr>
          </a:lstStyle>
          <a:p>
            <a:pPr marL="0" marR="0" lvl="0" indent="0" fontAlgn="auto">
              <a:spcAft>
                <a:spcPts val="0"/>
              </a:spcAft>
              <a:buClr>
                <a:schemeClr val="accent1"/>
              </a:buClr>
              <a:buSzTx/>
              <a:buNone/>
              <a:tabLst/>
            </a:pPr>
            <a:r>
              <a:rPr lang="en-IN" dirty="0"/>
              <a:t>This can be used as either bullets/ paragraph</a:t>
            </a:r>
          </a:p>
        </p:txBody>
      </p:sp>
      <p:sp>
        <p:nvSpPr>
          <p:cNvPr id="29" name="Picture Placeholder 28">
            <a:extLst>
              <a:ext uri="{FF2B5EF4-FFF2-40B4-BE49-F238E27FC236}">
                <a16:creationId xmlns:a16="http://schemas.microsoft.com/office/drawing/2014/main" id="{31760E13-FF2F-767B-8FD6-40DE93BD6717}"/>
              </a:ext>
            </a:extLst>
          </p:cNvPr>
          <p:cNvSpPr>
            <a:spLocks noGrp="1"/>
          </p:cNvSpPr>
          <p:nvPr>
            <p:ph type="pic" sz="quarter" idx="72"/>
          </p:nvPr>
        </p:nvSpPr>
        <p:spPr>
          <a:xfrm>
            <a:off x="6151029" y="2276639"/>
            <a:ext cx="994956" cy="1132199"/>
          </a:xfrm>
          <a:prstGeom prst="rect">
            <a:avLst/>
          </a:prstGeom>
          <a:noFill/>
        </p:spPr>
        <p:txBody>
          <a:bodyPr/>
          <a:lstStyle>
            <a:lvl1pPr marL="0" indent="0">
              <a:buNone/>
              <a:defRPr sz="100">
                <a:solidFill>
                  <a:schemeClr val="accent6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IN" dirty="0"/>
          </a:p>
        </p:txBody>
      </p:sp>
      <p:sp>
        <p:nvSpPr>
          <p:cNvPr id="30" name="Picture Placeholder 28">
            <a:extLst>
              <a:ext uri="{FF2B5EF4-FFF2-40B4-BE49-F238E27FC236}">
                <a16:creationId xmlns:a16="http://schemas.microsoft.com/office/drawing/2014/main" id="{A7211AD7-F418-5A48-7933-5D65456C0AB9}"/>
              </a:ext>
            </a:extLst>
          </p:cNvPr>
          <p:cNvSpPr>
            <a:spLocks noGrp="1"/>
          </p:cNvSpPr>
          <p:nvPr>
            <p:ph type="pic" sz="quarter" idx="73"/>
          </p:nvPr>
        </p:nvSpPr>
        <p:spPr>
          <a:xfrm>
            <a:off x="6151029" y="3554101"/>
            <a:ext cx="994956" cy="1132199"/>
          </a:xfrm>
          <a:prstGeom prst="rect">
            <a:avLst/>
          </a:prstGeom>
          <a:noFill/>
        </p:spPr>
        <p:txBody>
          <a:bodyPr/>
          <a:lstStyle>
            <a:lvl1pPr marL="0" indent="0">
              <a:buNone/>
              <a:defRPr sz="100">
                <a:solidFill>
                  <a:schemeClr val="accent6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IN" dirty="0"/>
          </a:p>
        </p:txBody>
      </p:sp>
      <p:sp>
        <p:nvSpPr>
          <p:cNvPr id="32" name="Text Placeholder 68">
            <a:extLst>
              <a:ext uri="{FF2B5EF4-FFF2-40B4-BE49-F238E27FC236}">
                <a16:creationId xmlns:a16="http://schemas.microsoft.com/office/drawing/2014/main" id="{71D38AD0-774D-C99C-864D-091011A319A8}"/>
              </a:ext>
            </a:extLst>
          </p:cNvPr>
          <p:cNvSpPr>
            <a:spLocks noGrp="1"/>
          </p:cNvSpPr>
          <p:nvPr>
            <p:ph type="body" sz="quarter" idx="74" hasCustomPrompt="1"/>
          </p:nvPr>
        </p:nvSpPr>
        <p:spPr>
          <a:xfrm>
            <a:off x="7247165" y="3554101"/>
            <a:ext cx="1680614" cy="305413"/>
          </a:xfrm>
          <a:prstGeom prst="rect">
            <a:avLst/>
          </a:prstGeom>
        </p:spPr>
        <p:txBody>
          <a:bodyPr anchor="b"/>
          <a:lstStyle>
            <a:lvl1pPr>
              <a:defRPr lang="en-IN" sz="1400" dirty="0">
                <a:solidFill>
                  <a:schemeClr val="accent1"/>
                </a:solidFill>
              </a:defRPr>
            </a:lvl1pPr>
          </a:lstStyle>
          <a:p>
            <a:pPr marL="0" lv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IN" dirty="0"/>
              <a:t>Heading</a:t>
            </a:r>
          </a:p>
        </p:txBody>
      </p:sp>
      <p:sp>
        <p:nvSpPr>
          <p:cNvPr id="35" name="Text Placeholder 17">
            <a:extLst>
              <a:ext uri="{FF2B5EF4-FFF2-40B4-BE49-F238E27FC236}">
                <a16:creationId xmlns:a16="http://schemas.microsoft.com/office/drawing/2014/main" id="{5569C5B5-A85B-0536-7BB8-57904607E866}"/>
              </a:ext>
            </a:extLst>
          </p:cNvPr>
          <p:cNvSpPr>
            <a:spLocks noGrp="1"/>
          </p:cNvSpPr>
          <p:nvPr>
            <p:ph type="body" sz="quarter" idx="75" hasCustomPrompt="1"/>
          </p:nvPr>
        </p:nvSpPr>
        <p:spPr>
          <a:xfrm>
            <a:off x="7247166" y="3920594"/>
            <a:ext cx="1679760" cy="765706"/>
          </a:xfrm>
          <a:prstGeom prst="rect">
            <a:avLst/>
          </a:prstGeom>
          <a:noFill/>
          <a:ln>
            <a:noFill/>
          </a:ln>
        </p:spPr>
        <p:txBody>
          <a:bodyPr lIns="90000" tIns="90000" rIns="90000"/>
          <a:lstStyle>
            <a:lvl1pPr>
              <a:defRPr lang="en-US" sz="1200" dirty="0"/>
            </a:lvl1pPr>
          </a:lstStyle>
          <a:p>
            <a:pPr marL="0" marR="0" lvl="0" indent="0" fontAlgn="auto">
              <a:spcAft>
                <a:spcPts val="0"/>
              </a:spcAft>
              <a:buClr>
                <a:schemeClr val="accent1"/>
              </a:buClr>
              <a:buSzTx/>
              <a:buNone/>
              <a:tabLst/>
            </a:pPr>
            <a:r>
              <a:rPr lang="en-IN" dirty="0"/>
              <a:t>This can be used as either bullets/ paragraph</a:t>
            </a:r>
          </a:p>
        </p:txBody>
      </p:sp>
      <p:sp>
        <p:nvSpPr>
          <p:cNvPr id="9" name="Text Placeholder 17">
            <a:extLst>
              <a:ext uri="{FF2B5EF4-FFF2-40B4-BE49-F238E27FC236}">
                <a16:creationId xmlns:a16="http://schemas.microsoft.com/office/drawing/2014/main" id="{A4194A1B-772F-50CA-941B-3D83F604473C}"/>
              </a:ext>
            </a:extLst>
          </p:cNvPr>
          <p:cNvSpPr>
            <a:spLocks noGrp="1"/>
          </p:cNvSpPr>
          <p:nvPr>
            <p:ph type="body" sz="quarter" idx="130" hasCustomPrompt="1"/>
          </p:nvPr>
        </p:nvSpPr>
        <p:spPr>
          <a:xfrm>
            <a:off x="224245" y="1008587"/>
            <a:ext cx="8702681" cy="1127253"/>
          </a:xfrm>
          <a:prstGeom prst="rect">
            <a:avLst/>
          </a:prstGeom>
          <a:noFill/>
          <a:ln>
            <a:noFill/>
          </a:ln>
        </p:spPr>
        <p:txBody>
          <a:bodyPr tIns="90000"/>
          <a:lstStyle>
            <a:lvl1pPr>
              <a:buClr>
                <a:schemeClr val="accent1"/>
              </a:buClr>
              <a:defRPr sz="1050"/>
            </a:lvl1pPr>
            <a:lvl2pPr marL="514350" indent="-171450">
              <a:buClr>
                <a:schemeClr val="accent2"/>
              </a:buClr>
              <a:buFont typeface="Courier New" panose="02070309020205020404" pitchFamily="49" charset="0"/>
              <a:buChar char="o"/>
              <a:defRPr sz="1050"/>
            </a:lvl2pPr>
            <a:lvl3pPr marL="857250" indent="-171450">
              <a:buClr>
                <a:schemeClr val="accent1"/>
              </a:buClr>
              <a:buFont typeface="Wingdings" panose="05000000000000000000" pitchFamily="2" charset="2"/>
              <a:buChar char="§"/>
              <a:defRPr sz="1000"/>
            </a:lvl3pPr>
            <a:lvl4pPr>
              <a:buClr>
                <a:schemeClr val="accent1"/>
              </a:buClr>
              <a:defRPr sz="1000"/>
            </a:lvl4pPr>
            <a:lvl5pPr>
              <a:buClr>
                <a:schemeClr val="accent1"/>
              </a:buClr>
              <a:defRPr sz="1000"/>
            </a:lvl5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IN" dirty="0"/>
              <a:t>This can be used as either bullets/ paragraph</a:t>
            </a:r>
          </a:p>
          <a:p>
            <a:pPr lvl="0"/>
            <a:r>
              <a:rPr lang="en-US" dirty="0"/>
              <a:t>Level 1</a:t>
            </a:r>
          </a:p>
          <a:p>
            <a:pPr lvl="1"/>
            <a:r>
              <a:rPr lang="en-US" dirty="0"/>
              <a:t>Level 2</a:t>
            </a:r>
          </a:p>
          <a:p>
            <a:pPr lvl="2"/>
            <a:r>
              <a:rPr lang="en-US" dirty="0"/>
              <a:t>Level 3</a:t>
            </a:r>
          </a:p>
        </p:txBody>
      </p:sp>
    </p:spTree>
    <p:extLst>
      <p:ext uri="{BB962C8B-B14F-4D97-AF65-F5344CB8AC3E}">
        <p14:creationId xmlns:p14="http://schemas.microsoft.com/office/powerpoint/2010/main" val="645816641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-block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raphic 14">
            <a:extLst>
              <a:ext uri="{FF2B5EF4-FFF2-40B4-BE49-F238E27FC236}">
                <a16:creationId xmlns:a16="http://schemas.microsoft.com/office/drawing/2014/main" id="{D1B5DB58-013B-F1AE-3F61-41F821A4B678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358187" y="-1"/>
            <a:ext cx="785814" cy="785814"/>
          </a:xfrm>
          <a:prstGeom prst="rect">
            <a:avLst/>
          </a:prstGeom>
        </p:spPr>
      </p:pic>
      <p:sp>
        <p:nvSpPr>
          <p:cNvPr id="16" name="Title 1">
            <a:extLst>
              <a:ext uri="{FF2B5EF4-FFF2-40B4-BE49-F238E27FC236}">
                <a16:creationId xmlns:a16="http://schemas.microsoft.com/office/drawing/2014/main" id="{1F3A9ED9-315A-A8D8-6C1A-36902E63A1B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4247" y="188464"/>
            <a:ext cx="8133940" cy="461665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400" b="0" i="0">
                <a:solidFill>
                  <a:schemeClr val="accent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en-IN" dirty="0"/>
              <a:t>6-block slide</a:t>
            </a:r>
            <a:endParaRPr lang="en-US" dirty="0"/>
          </a:p>
        </p:txBody>
      </p:sp>
      <p:sp>
        <p:nvSpPr>
          <p:cNvPr id="2" name="Slide Number Placeholder 6">
            <a:extLst>
              <a:ext uri="{FF2B5EF4-FFF2-40B4-BE49-F238E27FC236}">
                <a16:creationId xmlns:a16="http://schemas.microsoft.com/office/drawing/2014/main" id="{1473A392-74C8-B42D-C588-E8356199F206}"/>
              </a:ext>
            </a:extLst>
          </p:cNvPr>
          <p:cNvSpPr txBox="1">
            <a:spLocks/>
          </p:cNvSpPr>
          <p:nvPr userDrawn="1"/>
        </p:nvSpPr>
        <p:spPr>
          <a:xfrm>
            <a:off x="58948" y="4831563"/>
            <a:ext cx="360098" cy="273844"/>
          </a:xfrm>
          <a:prstGeom prst="rect">
            <a:avLst/>
          </a:prstGeom>
        </p:spPr>
        <p:txBody>
          <a:bodyPr vert="horz" lIns="68580" tIns="34290" rIns="68580" bIns="34290" rtlCol="0" anchor="ctr"/>
          <a:lstStyle>
            <a:defPPr>
              <a:defRPr lang="en-US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2B60C70C-E473-9E49-863B-88FCC598397C}" type="slidenum">
              <a:rPr lang="en-US" sz="1000" smtClean="0">
                <a:solidFill>
                  <a:srgbClr val="EB262A"/>
                </a:solidFill>
              </a:rPr>
              <a:pPr algn="ctr"/>
              <a:t>‹#›</a:t>
            </a:fld>
            <a:endParaRPr lang="en-US" sz="1000" dirty="0">
              <a:solidFill>
                <a:srgbClr val="EB262A"/>
              </a:solidFill>
            </a:endParaRP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70ED3075-0BFE-FE73-6762-E84914316095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38351" y="4865781"/>
            <a:ext cx="797806" cy="216000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F8823814-848C-E4A5-BAF7-0C74D39C9279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609" r="21970" b="-6351"/>
          <a:stretch/>
        </p:blipFill>
        <p:spPr>
          <a:xfrm>
            <a:off x="482385" y="4869686"/>
            <a:ext cx="7686676" cy="197599"/>
          </a:xfrm>
          <a:prstGeom prst="rect">
            <a:avLst/>
          </a:prstGeom>
        </p:spPr>
      </p:pic>
      <p:sp>
        <p:nvSpPr>
          <p:cNvPr id="12" name="Text Placeholder 68">
            <a:extLst>
              <a:ext uri="{FF2B5EF4-FFF2-40B4-BE49-F238E27FC236}">
                <a16:creationId xmlns:a16="http://schemas.microsoft.com/office/drawing/2014/main" id="{ABE281D5-0DB6-148F-8225-4D8F8A8E9BB3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4288715" y="2286184"/>
            <a:ext cx="1680614" cy="305413"/>
          </a:xfrm>
          <a:prstGeom prst="rect">
            <a:avLst/>
          </a:prstGeom>
        </p:spPr>
        <p:txBody>
          <a:bodyPr anchor="b"/>
          <a:lstStyle>
            <a:lvl1pPr>
              <a:defRPr lang="en-IN" sz="1400" dirty="0">
                <a:solidFill>
                  <a:schemeClr val="accent1"/>
                </a:solidFill>
              </a:defRPr>
            </a:lvl1pPr>
          </a:lstStyle>
          <a:p>
            <a:pPr marL="0" lv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IN" dirty="0"/>
              <a:t>Heading</a:t>
            </a:r>
          </a:p>
        </p:txBody>
      </p:sp>
      <p:sp>
        <p:nvSpPr>
          <p:cNvPr id="13" name="Text Placeholder 17">
            <a:extLst>
              <a:ext uri="{FF2B5EF4-FFF2-40B4-BE49-F238E27FC236}">
                <a16:creationId xmlns:a16="http://schemas.microsoft.com/office/drawing/2014/main" id="{32DA9C8C-BBDF-C6EF-8BF8-61AE4611A2EB}"/>
              </a:ext>
            </a:extLst>
          </p:cNvPr>
          <p:cNvSpPr>
            <a:spLocks noGrp="1"/>
          </p:cNvSpPr>
          <p:nvPr>
            <p:ph type="body" sz="quarter" idx="65" hasCustomPrompt="1"/>
          </p:nvPr>
        </p:nvSpPr>
        <p:spPr>
          <a:xfrm>
            <a:off x="4288716" y="2652677"/>
            <a:ext cx="1679760" cy="765706"/>
          </a:xfrm>
          <a:prstGeom prst="rect">
            <a:avLst/>
          </a:prstGeom>
        </p:spPr>
        <p:txBody>
          <a:bodyPr/>
          <a:lstStyle>
            <a:lvl1pPr>
              <a:defRPr lang="en-US" sz="1100" dirty="0"/>
            </a:lvl1pPr>
          </a:lstStyle>
          <a:p>
            <a:pPr marL="171450" marR="0" lvl="0" indent="-17145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Bullets/Paragraph</a:t>
            </a:r>
          </a:p>
        </p:txBody>
      </p:sp>
      <p:sp>
        <p:nvSpPr>
          <p:cNvPr id="20" name="Picture Placeholder 28">
            <a:extLst>
              <a:ext uri="{FF2B5EF4-FFF2-40B4-BE49-F238E27FC236}">
                <a16:creationId xmlns:a16="http://schemas.microsoft.com/office/drawing/2014/main" id="{3D029BC0-81F0-B4E7-8FBC-1C4AAAD80D22}"/>
              </a:ext>
            </a:extLst>
          </p:cNvPr>
          <p:cNvSpPr>
            <a:spLocks noGrp="1"/>
          </p:cNvSpPr>
          <p:nvPr>
            <p:ph type="pic" sz="quarter" idx="66"/>
          </p:nvPr>
        </p:nvSpPr>
        <p:spPr>
          <a:xfrm>
            <a:off x="3192579" y="2286184"/>
            <a:ext cx="994956" cy="1132199"/>
          </a:xfrm>
          <a:prstGeom prst="rect">
            <a:avLst/>
          </a:prstGeom>
          <a:noFill/>
        </p:spPr>
        <p:txBody>
          <a:bodyPr/>
          <a:lstStyle>
            <a:lvl1pPr marL="0" indent="0">
              <a:buNone/>
              <a:defRPr sz="100">
                <a:solidFill>
                  <a:schemeClr val="accent6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IN" dirty="0"/>
          </a:p>
        </p:txBody>
      </p:sp>
      <p:sp>
        <p:nvSpPr>
          <p:cNvPr id="21" name="Picture Placeholder 28">
            <a:extLst>
              <a:ext uri="{FF2B5EF4-FFF2-40B4-BE49-F238E27FC236}">
                <a16:creationId xmlns:a16="http://schemas.microsoft.com/office/drawing/2014/main" id="{F82281F9-07B5-2606-6009-943DFD4F3331}"/>
              </a:ext>
            </a:extLst>
          </p:cNvPr>
          <p:cNvSpPr>
            <a:spLocks noGrp="1"/>
          </p:cNvSpPr>
          <p:nvPr>
            <p:ph type="pic" sz="quarter" idx="67"/>
          </p:nvPr>
        </p:nvSpPr>
        <p:spPr>
          <a:xfrm>
            <a:off x="3192579" y="3554101"/>
            <a:ext cx="994956" cy="1132199"/>
          </a:xfrm>
          <a:prstGeom prst="rect">
            <a:avLst/>
          </a:prstGeom>
          <a:noFill/>
        </p:spPr>
        <p:txBody>
          <a:bodyPr/>
          <a:lstStyle>
            <a:lvl1pPr marL="0" indent="0">
              <a:buNone/>
              <a:defRPr sz="100">
                <a:solidFill>
                  <a:schemeClr val="accent6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IN" dirty="0"/>
          </a:p>
        </p:txBody>
      </p:sp>
      <p:sp>
        <p:nvSpPr>
          <p:cNvPr id="22" name="Text Placeholder 68">
            <a:extLst>
              <a:ext uri="{FF2B5EF4-FFF2-40B4-BE49-F238E27FC236}">
                <a16:creationId xmlns:a16="http://schemas.microsoft.com/office/drawing/2014/main" id="{FA4CE0D6-4D87-9F88-ED4A-A1D0C77DDBE2}"/>
              </a:ext>
            </a:extLst>
          </p:cNvPr>
          <p:cNvSpPr>
            <a:spLocks noGrp="1"/>
          </p:cNvSpPr>
          <p:nvPr>
            <p:ph type="body" sz="quarter" idx="68" hasCustomPrompt="1"/>
          </p:nvPr>
        </p:nvSpPr>
        <p:spPr>
          <a:xfrm>
            <a:off x="4288715" y="3554101"/>
            <a:ext cx="1680614" cy="305413"/>
          </a:xfrm>
          <a:prstGeom prst="rect">
            <a:avLst/>
          </a:prstGeom>
        </p:spPr>
        <p:txBody>
          <a:bodyPr anchor="b"/>
          <a:lstStyle>
            <a:lvl1pPr>
              <a:defRPr lang="en-IN" sz="1400" dirty="0">
                <a:solidFill>
                  <a:schemeClr val="accent1"/>
                </a:solidFill>
              </a:defRPr>
            </a:lvl1pPr>
          </a:lstStyle>
          <a:p>
            <a:pPr marL="0" lv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IN" dirty="0"/>
              <a:t>Heading</a:t>
            </a:r>
          </a:p>
        </p:txBody>
      </p:sp>
      <p:sp>
        <p:nvSpPr>
          <p:cNvPr id="23" name="Text Placeholder 17">
            <a:extLst>
              <a:ext uri="{FF2B5EF4-FFF2-40B4-BE49-F238E27FC236}">
                <a16:creationId xmlns:a16="http://schemas.microsoft.com/office/drawing/2014/main" id="{376391BF-7FF4-A304-5185-09F1A62C39B6}"/>
              </a:ext>
            </a:extLst>
          </p:cNvPr>
          <p:cNvSpPr>
            <a:spLocks noGrp="1"/>
          </p:cNvSpPr>
          <p:nvPr>
            <p:ph type="body" sz="quarter" idx="69" hasCustomPrompt="1"/>
          </p:nvPr>
        </p:nvSpPr>
        <p:spPr>
          <a:xfrm>
            <a:off x="4288716" y="3920594"/>
            <a:ext cx="1679760" cy="765706"/>
          </a:xfrm>
          <a:prstGeom prst="rect">
            <a:avLst/>
          </a:prstGeom>
        </p:spPr>
        <p:txBody>
          <a:bodyPr/>
          <a:lstStyle>
            <a:lvl1pPr>
              <a:defRPr lang="en-US" sz="1100" dirty="0"/>
            </a:lvl1pPr>
          </a:lstStyle>
          <a:p>
            <a:pPr marL="171450" marR="0" lvl="0" indent="-17145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Bullets/Paragraph</a:t>
            </a:r>
          </a:p>
        </p:txBody>
      </p:sp>
      <p:sp>
        <p:nvSpPr>
          <p:cNvPr id="24" name="Text Placeholder 68">
            <a:extLst>
              <a:ext uri="{FF2B5EF4-FFF2-40B4-BE49-F238E27FC236}">
                <a16:creationId xmlns:a16="http://schemas.microsoft.com/office/drawing/2014/main" id="{C02B92C6-1532-C7FA-29A5-F9BE78B3C1E6}"/>
              </a:ext>
            </a:extLst>
          </p:cNvPr>
          <p:cNvSpPr>
            <a:spLocks noGrp="1"/>
          </p:cNvSpPr>
          <p:nvPr>
            <p:ph type="body" sz="quarter" idx="70" hasCustomPrompt="1"/>
          </p:nvPr>
        </p:nvSpPr>
        <p:spPr>
          <a:xfrm>
            <a:off x="7247165" y="2275859"/>
            <a:ext cx="1680614" cy="305413"/>
          </a:xfrm>
          <a:prstGeom prst="rect">
            <a:avLst/>
          </a:prstGeom>
        </p:spPr>
        <p:txBody>
          <a:bodyPr anchor="b"/>
          <a:lstStyle>
            <a:lvl1pPr>
              <a:defRPr lang="en-IN" sz="1400" dirty="0">
                <a:solidFill>
                  <a:schemeClr val="accent1"/>
                </a:solidFill>
              </a:defRPr>
            </a:lvl1pPr>
          </a:lstStyle>
          <a:p>
            <a:pPr marL="0" lv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IN" dirty="0"/>
              <a:t>Heading</a:t>
            </a:r>
          </a:p>
        </p:txBody>
      </p:sp>
      <p:sp>
        <p:nvSpPr>
          <p:cNvPr id="25" name="Text Placeholder 17">
            <a:extLst>
              <a:ext uri="{FF2B5EF4-FFF2-40B4-BE49-F238E27FC236}">
                <a16:creationId xmlns:a16="http://schemas.microsoft.com/office/drawing/2014/main" id="{3A0A0F21-BC72-F7C0-0EE3-9ED646CF658E}"/>
              </a:ext>
            </a:extLst>
          </p:cNvPr>
          <p:cNvSpPr>
            <a:spLocks noGrp="1"/>
          </p:cNvSpPr>
          <p:nvPr>
            <p:ph type="body" sz="quarter" idx="71" hasCustomPrompt="1"/>
          </p:nvPr>
        </p:nvSpPr>
        <p:spPr>
          <a:xfrm>
            <a:off x="7247166" y="2642352"/>
            <a:ext cx="1679760" cy="765706"/>
          </a:xfrm>
          <a:prstGeom prst="rect">
            <a:avLst/>
          </a:prstGeom>
        </p:spPr>
        <p:txBody>
          <a:bodyPr/>
          <a:lstStyle>
            <a:lvl1pPr>
              <a:defRPr lang="en-US" sz="1100" dirty="0"/>
            </a:lvl1pPr>
          </a:lstStyle>
          <a:p>
            <a:pPr marL="171450" marR="0" lvl="0" indent="-17145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Bullets/Paragraph</a:t>
            </a:r>
          </a:p>
        </p:txBody>
      </p:sp>
      <p:sp>
        <p:nvSpPr>
          <p:cNvPr id="26" name="Picture Placeholder 28">
            <a:extLst>
              <a:ext uri="{FF2B5EF4-FFF2-40B4-BE49-F238E27FC236}">
                <a16:creationId xmlns:a16="http://schemas.microsoft.com/office/drawing/2014/main" id="{2346A6CF-0E99-B386-118E-984C879C2A81}"/>
              </a:ext>
            </a:extLst>
          </p:cNvPr>
          <p:cNvSpPr>
            <a:spLocks noGrp="1"/>
          </p:cNvSpPr>
          <p:nvPr>
            <p:ph type="pic" sz="quarter" idx="72"/>
          </p:nvPr>
        </p:nvSpPr>
        <p:spPr>
          <a:xfrm>
            <a:off x="6151029" y="2275859"/>
            <a:ext cx="994956" cy="1132199"/>
          </a:xfrm>
          <a:prstGeom prst="rect">
            <a:avLst/>
          </a:prstGeom>
          <a:noFill/>
        </p:spPr>
        <p:txBody>
          <a:bodyPr/>
          <a:lstStyle>
            <a:lvl1pPr marL="0" indent="0">
              <a:buNone/>
              <a:defRPr sz="100">
                <a:solidFill>
                  <a:schemeClr val="accent6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IN" dirty="0"/>
          </a:p>
        </p:txBody>
      </p:sp>
      <p:sp>
        <p:nvSpPr>
          <p:cNvPr id="27" name="Picture Placeholder 28">
            <a:extLst>
              <a:ext uri="{FF2B5EF4-FFF2-40B4-BE49-F238E27FC236}">
                <a16:creationId xmlns:a16="http://schemas.microsoft.com/office/drawing/2014/main" id="{2441FB86-7346-D987-852D-14E1706B7AB6}"/>
              </a:ext>
            </a:extLst>
          </p:cNvPr>
          <p:cNvSpPr>
            <a:spLocks noGrp="1"/>
          </p:cNvSpPr>
          <p:nvPr>
            <p:ph type="pic" sz="quarter" idx="73"/>
          </p:nvPr>
        </p:nvSpPr>
        <p:spPr>
          <a:xfrm>
            <a:off x="6151029" y="3543776"/>
            <a:ext cx="994956" cy="1132199"/>
          </a:xfrm>
          <a:prstGeom prst="rect">
            <a:avLst/>
          </a:prstGeom>
          <a:noFill/>
        </p:spPr>
        <p:txBody>
          <a:bodyPr/>
          <a:lstStyle>
            <a:lvl1pPr marL="0" indent="0">
              <a:buNone/>
              <a:defRPr sz="100">
                <a:solidFill>
                  <a:schemeClr val="accent6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IN" dirty="0"/>
          </a:p>
        </p:txBody>
      </p:sp>
      <p:sp>
        <p:nvSpPr>
          <p:cNvPr id="28" name="Text Placeholder 68">
            <a:extLst>
              <a:ext uri="{FF2B5EF4-FFF2-40B4-BE49-F238E27FC236}">
                <a16:creationId xmlns:a16="http://schemas.microsoft.com/office/drawing/2014/main" id="{1C9E804E-7283-75DE-5386-9DA09D7EC202}"/>
              </a:ext>
            </a:extLst>
          </p:cNvPr>
          <p:cNvSpPr>
            <a:spLocks noGrp="1"/>
          </p:cNvSpPr>
          <p:nvPr>
            <p:ph type="body" sz="quarter" idx="74" hasCustomPrompt="1"/>
          </p:nvPr>
        </p:nvSpPr>
        <p:spPr>
          <a:xfrm>
            <a:off x="7247165" y="3543776"/>
            <a:ext cx="1680614" cy="305413"/>
          </a:xfrm>
          <a:prstGeom prst="rect">
            <a:avLst/>
          </a:prstGeom>
        </p:spPr>
        <p:txBody>
          <a:bodyPr anchor="b"/>
          <a:lstStyle>
            <a:lvl1pPr>
              <a:defRPr lang="en-IN" sz="1400" dirty="0">
                <a:solidFill>
                  <a:schemeClr val="accent1"/>
                </a:solidFill>
              </a:defRPr>
            </a:lvl1pPr>
          </a:lstStyle>
          <a:p>
            <a:pPr marL="0" lv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IN" dirty="0"/>
              <a:t>Heading</a:t>
            </a:r>
          </a:p>
        </p:txBody>
      </p:sp>
      <p:sp>
        <p:nvSpPr>
          <p:cNvPr id="30" name="Text Placeholder 17">
            <a:extLst>
              <a:ext uri="{FF2B5EF4-FFF2-40B4-BE49-F238E27FC236}">
                <a16:creationId xmlns:a16="http://schemas.microsoft.com/office/drawing/2014/main" id="{9FC18B62-AB3B-D89D-EB1C-B23D251D3490}"/>
              </a:ext>
            </a:extLst>
          </p:cNvPr>
          <p:cNvSpPr>
            <a:spLocks noGrp="1"/>
          </p:cNvSpPr>
          <p:nvPr>
            <p:ph type="body" sz="quarter" idx="75" hasCustomPrompt="1"/>
          </p:nvPr>
        </p:nvSpPr>
        <p:spPr>
          <a:xfrm>
            <a:off x="7247166" y="3910269"/>
            <a:ext cx="1679760" cy="76570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lang="en-US" sz="1100" dirty="0"/>
            </a:lvl1pPr>
          </a:lstStyle>
          <a:p>
            <a:pPr marL="171450" marR="0" lvl="0" indent="-17145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Bullets/Paragraph</a:t>
            </a:r>
          </a:p>
        </p:txBody>
      </p:sp>
      <p:sp>
        <p:nvSpPr>
          <p:cNvPr id="38" name="Text Placeholder 68">
            <a:extLst>
              <a:ext uri="{FF2B5EF4-FFF2-40B4-BE49-F238E27FC236}">
                <a16:creationId xmlns:a16="http://schemas.microsoft.com/office/drawing/2014/main" id="{0D7BB6FA-85DC-24CC-A8B0-2E8DA9AD6817}"/>
              </a:ext>
            </a:extLst>
          </p:cNvPr>
          <p:cNvSpPr>
            <a:spLocks noGrp="1"/>
          </p:cNvSpPr>
          <p:nvPr>
            <p:ph type="body" sz="quarter" idx="77" hasCustomPrompt="1"/>
          </p:nvPr>
        </p:nvSpPr>
        <p:spPr>
          <a:xfrm>
            <a:off x="4288715" y="1013151"/>
            <a:ext cx="1680614" cy="305413"/>
          </a:xfrm>
          <a:prstGeom prst="rect">
            <a:avLst/>
          </a:prstGeom>
        </p:spPr>
        <p:txBody>
          <a:bodyPr anchor="b"/>
          <a:lstStyle>
            <a:lvl1pPr>
              <a:defRPr lang="en-IN" sz="1400" dirty="0">
                <a:solidFill>
                  <a:schemeClr val="accent1"/>
                </a:solidFill>
              </a:defRPr>
            </a:lvl1pPr>
          </a:lstStyle>
          <a:p>
            <a:pPr marL="0" lv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IN" dirty="0"/>
              <a:t>Heading</a:t>
            </a:r>
          </a:p>
        </p:txBody>
      </p:sp>
      <p:sp>
        <p:nvSpPr>
          <p:cNvPr id="39" name="Text Placeholder 17">
            <a:extLst>
              <a:ext uri="{FF2B5EF4-FFF2-40B4-BE49-F238E27FC236}">
                <a16:creationId xmlns:a16="http://schemas.microsoft.com/office/drawing/2014/main" id="{69F3E3E4-DA00-459E-948F-8A644E10C41D}"/>
              </a:ext>
            </a:extLst>
          </p:cNvPr>
          <p:cNvSpPr>
            <a:spLocks noGrp="1"/>
          </p:cNvSpPr>
          <p:nvPr>
            <p:ph type="body" sz="quarter" idx="78" hasCustomPrompt="1"/>
          </p:nvPr>
        </p:nvSpPr>
        <p:spPr>
          <a:xfrm>
            <a:off x="4288716" y="1384760"/>
            <a:ext cx="1679760" cy="765706"/>
          </a:xfrm>
          <a:prstGeom prst="rect">
            <a:avLst/>
          </a:prstGeom>
        </p:spPr>
        <p:txBody>
          <a:bodyPr/>
          <a:lstStyle>
            <a:lvl1pPr>
              <a:defRPr lang="en-US" sz="1100" dirty="0"/>
            </a:lvl1pPr>
          </a:lstStyle>
          <a:p>
            <a:pPr marL="171450" marR="0" lvl="0" indent="-17145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Bullets/Paragraph</a:t>
            </a:r>
          </a:p>
        </p:txBody>
      </p:sp>
      <p:sp>
        <p:nvSpPr>
          <p:cNvPr id="40" name="Picture Placeholder 28">
            <a:extLst>
              <a:ext uri="{FF2B5EF4-FFF2-40B4-BE49-F238E27FC236}">
                <a16:creationId xmlns:a16="http://schemas.microsoft.com/office/drawing/2014/main" id="{CA4F97C6-003C-26C7-FCF8-A042C6887CAE}"/>
              </a:ext>
            </a:extLst>
          </p:cNvPr>
          <p:cNvSpPr>
            <a:spLocks noGrp="1"/>
          </p:cNvSpPr>
          <p:nvPr>
            <p:ph type="pic" sz="quarter" idx="79"/>
          </p:nvPr>
        </p:nvSpPr>
        <p:spPr>
          <a:xfrm>
            <a:off x="3192579" y="1018266"/>
            <a:ext cx="994956" cy="1132199"/>
          </a:xfrm>
          <a:prstGeom prst="rect">
            <a:avLst/>
          </a:prstGeom>
          <a:noFill/>
        </p:spPr>
        <p:txBody>
          <a:bodyPr/>
          <a:lstStyle>
            <a:lvl1pPr marL="0" indent="0">
              <a:buNone/>
              <a:defRPr sz="100">
                <a:solidFill>
                  <a:schemeClr val="accent6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IN" dirty="0"/>
          </a:p>
        </p:txBody>
      </p:sp>
      <p:sp>
        <p:nvSpPr>
          <p:cNvPr id="41" name="Text Placeholder 68">
            <a:extLst>
              <a:ext uri="{FF2B5EF4-FFF2-40B4-BE49-F238E27FC236}">
                <a16:creationId xmlns:a16="http://schemas.microsoft.com/office/drawing/2014/main" id="{B45282E2-3255-1008-7F7C-8AE4B133A394}"/>
              </a:ext>
            </a:extLst>
          </p:cNvPr>
          <p:cNvSpPr>
            <a:spLocks noGrp="1"/>
          </p:cNvSpPr>
          <p:nvPr>
            <p:ph type="body" sz="quarter" idx="80" hasCustomPrompt="1"/>
          </p:nvPr>
        </p:nvSpPr>
        <p:spPr>
          <a:xfrm>
            <a:off x="7247165" y="1013151"/>
            <a:ext cx="1680614" cy="305413"/>
          </a:xfrm>
          <a:prstGeom prst="rect">
            <a:avLst/>
          </a:prstGeom>
        </p:spPr>
        <p:txBody>
          <a:bodyPr anchor="b"/>
          <a:lstStyle>
            <a:lvl1pPr>
              <a:defRPr lang="en-IN" sz="1400" dirty="0">
                <a:solidFill>
                  <a:schemeClr val="accent1"/>
                </a:solidFill>
              </a:defRPr>
            </a:lvl1pPr>
          </a:lstStyle>
          <a:p>
            <a:pPr marL="0" lv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IN" dirty="0"/>
              <a:t>Heading</a:t>
            </a:r>
          </a:p>
        </p:txBody>
      </p:sp>
      <p:sp>
        <p:nvSpPr>
          <p:cNvPr id="42" name="Text Placeholder 17">
            <a:extLst>
              <a:ext uri="{FF2B5EF4-FFF2-40B4-BE49-F238E27FC236}">
                <a16:creationId xmlns:a16="http://schemas.microsoft.com/office/drawing/2014/main" id="{27ACD78A-548C-4149-F861-F56BF45C7146}"/>
              </a:ext>
            </a:extLst>
          </p:cNvPr>
          <p:cNvSpPr>
            <a:spLocks noGrp="1"/>
          </p:cNvSpPr>
          <p:nvPr>
            <p:ph type="body" sz="quarter" idx="81" hasCustomPrompt="1"/>
          </p:nvPr>
        </p:nvSpPr>
        <p:spPr>
          <a:xfrm>
            <a:off x="7247166" y="1374435"/>
            <a:ext cx="1679760" cy="765706"/>
          </a:xfrm>
          <a:prstGeom prst="rect">
            <a:avLst/>
          </a:prstGeom>
        </p:spPr>
        <p:txBody>
          <a:bodyPr/>
          <a:lstStyle>
            <a:lvl1pPr>
              <a:defRPr lang="en-US" sz="1100" dirty="0"/>
            </a:lvl1pPr>
          </a:lstStyle>
          <a:p>
            <a:pPr marL="171450" marR="0" lvl="0" indent="-17145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Bullets/Paragraph</a:t>
            </a:r>
          </a:p>
        </p:txBody>
      </p:sp>
      <p:sp>
        <p:nvSpPr>
          <p:cNvPr id="43" name="Picture Placeholder 28">
            <a:extLst>
              <a:ext uri="{FF2B5EF4-FFF2-40B4-BE49-F238E27FC236}">
                <a16:creationId xmlns:a16="http://schemas.microsoft.com/office/drawing/2014/main" id="{A89DB116-FA57-5AB6-5C61-D2D80006FAEC}"/>
              </a:ext>
            </a:extLst>
          </p:cNvPr>
          <p:cNvSpPr>
            <a:spLocks noGrp="1"/>
          </p:cNvSpPr>
          <p:nvPr>
            <p:ph type="pic" sz="quarter" idx="82"/>
          </p:nvPr>
        </p:nvSpPr>
        <p:spPr>
          <a:xfrm>
            <a:off x="6151029" y="1007941"/>
            <a:ext cx="994956" cy="1132199"/>
          </a:xfrm>
          <a:prstGeom prst="rect">
            <a:avLst/>
          </a:prstGeom>
          <a:noFill/>
        </p:spPr>
        <p:txBody>
          <a:bodyPr/>
          <a:lstStyle>
            <a:lvl1pPr marL="0" indent="0">
              <a:buNone/>
              <a:defRPr sz="100">
                <a:solidFill>
                  <a:schemeClr val="accent6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IN" dirty="0"/>
          </a:p>
        </p:txBody>
      </p:sp>
      <p:sp>
        <p:nvSpPr>
          <p:cNvPr id="3" name="Text Placeholder 17">
            <a:extLst>
              <a:ext uri="{FF2B5EF4-FFF2-40B4-BE49-F238E27FC236}">
                <a16:creationId xmlns:a16="http://schemas.microsoft.com/office/drawing/2014/main" id="{C711EB3E-B556-83FF-8D99-93181A8118D5}"/>
              </a:ext>
            </a:extLst>
          </p:cNvPr>
          <p:cNvSpPr>
            <a:spLocks noGrp="1"/>
          </p:cNvSpPr>
          <p:nvPr>
            <p:ph type="body" sz="quarter" idx="130" hasCustomPrompt="1"/>
          </p:nvPr>
        </p:nvSpPr>
        <p:spPr>
          <a:xfrm>
            <a:off x="224246" y="1008587"/>
            <a:ext cx="2808514" cy="1790217"/>
          </a:xfrm>
          <a:prstGeom prst="rect">
            <a:avLst/>
          </a:prstGeom>
          <a:noFill/>
          <a:ln>
            <a:noFill/>
          </a:ln>
        </p:spPr>
        <p:txBody>
          <a:bodyPr tIns="90000"/>
          <a:lstStyle>
            <a:lvl1pPr>
              <a:buClr>
                <a:schemeClr val="accent1"/>
              </a:buClr>
              <a:defRPr sz="1050"/>
            </a:lvl1pPr>
            <a:lvl2pPr marL="514350" indent="-171450">
              <a:buClr>
                <a:schemeClr val="accent2"/>
              </a:buClr>
              <a:buFont typeface="Courier New" panose="02070309020205020404" pitchFamily="49" charset="0"/>
              <a:buChar char="o"/>
              <a:defRPr sz="1050"/>
            </a:lvl2pPr>
            <a:lvl3pPr marL="857250" indent="-171450">
              <a:buClr>
                <a:schemeClr val="accent1"/>
              </a:buClr>
              <a:buFont typeface="Wingdings" panose="05000000000000000000" pitchFamily="2" charset="2"/>
              <a:buChar char="§"/>
              <a:defRPr sz="1000"/>
            </a:lvl3pPr>
            <a:lvl4pPr>
              <a:buClr>
                <a:schemeClr val="accent1"/>
              </a:buClr>
              <a:defRPr sz="1000"/>
            </a:lvl4pPr>
            <a:lvl5pPr>
              <a:buClr>
                <a:schemeClr val="accent1"/>
              </a:buClr>
              <a:defRPr sz="1000"/>
            </a:lvl5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IN" dirty="0"/>
              <a:t>This can be used as either bullets/ paragraph</a:t>
            </a:r>
          </a:p>
          <a:p>
            <a:pPr lvl="0"/>
            <a:r>
              <a:rPr lang="en-US" dirty="0"/>
              <a:t>Level 1</a:t>
            </a:r>
          </a:p>
          <a:p>
            <a:pPr lvl="1"/>
            <a:r>
              <a:rPr lang="en-US" dirty="0"/>
              <a:t>Level 2</a:t>
            </a:r>
          </a:p>
          <a:p>
            <a:pPr lvl="2"/>
            <a:r>
              <a:rPr lang="en-US" dirty="0"/>
              <a:t>Level 3</a:t>
            </a:r>
          </a:p>
        </p:txBody>
      </p:sp>
      <p:sp>
        <p:nvSpPr>
          <p:cNvPr id="6" name="Text Placeholder 17">
            <a:extLst>
              <a:ext uri="{FF2B5EF4-FFF2-40B4-BE49-F238E27FC236}">
                <a16:creationId xmlns:a16="http://schemas.microsoft.com/office/drawing/2014/main" id="{9113F08C-9C38-AD22-37D8-39140002D00F}"/>
              </a:ext>
            </a:extLst>
          </p:cNvPr>
          <p:cNvSpPr>
            <a:spLocks noGrp="1"/>
          </p:cNvSpPr>
          <p:nvPr>
            <p:ph type="body" sz="quarter" idx="131" hasCustomPrompt="1"/>
          </p:nvPr>
        </p:nvSpPr>
        <p:spPr>
          <a:xfrm>
            <a:off x="224246" y="2944067"/>
            <a:ext cx="2808514" cy="1742233"/>
          </a:xfrm>
          <a:prstGeom prst="rect">
            <a:avLst/>
          </a:prstGeom>
          <a:noFill/>
          <a:ln>
            <a:noFill/>
          </a:ln>
        </p:spPr>
        <p:txBody>
          <a:bodyPr tIns="90000"/>
          <a:lstStyle>
            <a:lvl1pPr>
              <a:buClr>
                <a:schemeClr val="accent1"/>
              </a:buClr>
              <a:defRPr sz="1050"/>
            </a:lvl1pPr>
            <a:lvl2pPr marL="514350" indent="-171450">
              <a:buClr>
                <a:schemeClr val="accent2"/>
              </a:buClr>
              <a:buFont typeface="Courier New" panose="02070309020205020404" pitchFamily="49" charset="0"/>
              <a:buChar char="o"/>
              <a:defRPr sz="1050"/>
            </a:lvl2pPr>
            <a:lvl3pPr marL="857250" indent="-171450">
              <a:buClr>
                <a:schemeClr val="accent1"/>
              </a:buClr>
              <a:buFont typeface="Wingdings" panose="05000000000000000000" pitchFamily="2" charset="2"/>
              <a:buChar char="§"/>
              <a:defRPr sz="1000"/>
            </a:lvl3pPr>
            <a:lvl4pPr>
              <a:buClr>
                <a:schemeClr val="accent1"/>
              </a:buClr>
              <a:defRPr sz="1000"/>
            </a:lvl4pPr>
            <a:lvl5pPr>
              <a:buClr>
                <a:schemeClr val="accent1"/>
              </a:buClr>
              <a:defRPr sz="1000"/>
            </a:lvl5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IN" dirty="0"/>
              <a:t>This can be used as either bullets/ paragraph</a:t>
            </a:r>
          </a:p>
          <a:p>
            <a:pPr lvl="0"/>
            <a:r>
              <a:rPr lang="en-US" dirty="0"/>
              <a:t>Level 1</a:t>
            </a:r>
          </a:p>
          <a:p>
            <a:pPr lvl="1"/>
            <a:r>
              <a:rPr lang="en-US" dirty="0"/>
              <a:t>Level 2</a:t>
            </a:r>
          </a:p>
          <a:p>
            <a:pPr lvl="2"/>
            <a:r>
              <a:rPr lang="en-US" dirty="0"/>
              <a:t>Level 3</a:t>
            </a:r>
          </a:p>
        </p:txBody>
      </p:sp>
    </p:spTree>
    <p:extLst>
      <p:ext uri="{BB962C8B-B14F-4D97-AF65-F5344CB8AC3E}">
        <p14:creationId xmlns:p14="http://schemas.microsoft.com/office/powerpoint/2010/main" val="655350019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velopment stages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Graphic 19">
            <a:extLst>
              <a:ext uri="{FF2B5EF4-FFF2-40B4-BE49-F238E27FC236}">
                <a16:creationId xmlns:a16="http://schemas.microsoft.com/office/drawing/2014/main" id="{720A661D-0DDB-AC15-D19E-199A75FAFE34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358187" y="-1"/>
            <a:ext cx="785814" cy="785814"/>
          </a:xfrm>
          <a:prstGeom prst="rect">
            <a:avLst/>
          </a:prstGeom>
        </p:spPr>
      </p:pic>
      <p:sp>
        <p:nvSpPr>
          <p:cNvPr id="24" name="Title 1">
            <a:extLst>
              <a:ext uri="{FF2B5EF4-FFF2-40B4-BE49-F238E27FC236}">
                <a16:creationId xmlns:a16="http://schemas.microsoft.com/office/drawing/2014/main" id="{A12DCD4F-D039-FA4E-A8AB-0DEBFB3D84F7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224247" y="188464"/>
            <a:ext cx="8133940" cy="461665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400" b="0" i="0">
                <a:solidFill>
                  <a:schemeClr val="accent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en-IN" dirty="0"/>
              <a:t>Development stages slide</a:t>
            </a:r>
            <a:endParaRPr lang="en-US" dirty="0"/>
          </a:p>
        </p:txBody>
      </p:sp>
      <p:sp>
        <p:nvSpPr>
          <p:cNvPr id="28" name="Text Placeholder 68">
            <a:extLst>
              <a:ext uri="{FF2B5EF4-FFF2-40B4-BE49-F238E27FC236}">
                <a16:creationId xmlns:a16="http://schemas.microsoft.com/office/drawing/2014/main" id="{3060D144-B9DC-1C80-F88A-FDEEDD26B13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8124" y="1457325"/>
            <a:ext cx="1512000" cy="461665"/>
          </a:xfrm>
          <a:prstGeom prst="rect">
            <a:avLst/>
          </a:prstGeom>
          <a:solidFill>
            <a:schemeClr val="accent1"/>
          </a:solidFill>
        </p:spPr>
        <p:txBody>
          <a:bodyPr lIns="144000" tIns="46800" anchor="ctr" anchorCtr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bg1"/>
                </a:solidFill>
              </a:defRPr>
            </a:lvl1pPr>
            <a:lvl2pPr marL="342900" indent="0">
              <a:buNone/>
              <a:defRPr/>
            </a:lvl2pPr>
            <a:lvl3pPr marL="685800" indent="0">
              <a:buNone/>
              <a:defRPr/>
            </a:lvl3pPr>
            <a:lvl4pPr marL="1028700" indent="0">
              <a:buNone/>
              <a:defRPr/>
            </a:lvl4pPr>
            <a:lvl5pPr marL="1371600" indent="0">
              <a:buNone/>
              <a:defRPr/>
            </a:lvl5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IN" dirty="0"/>
              <a:t>Heading 1</a:t>
            </a:r>
          </a:p>
        </p:txBody>
      </p:sp>
      <p:sp>
        <p:nvSpPr>
          <p:cNvPr id="34" name="Text Placeholder 68">
            <a:extLst>
              <a:ext uri="{FF2B5EF4-FFF2-40B4-BE49-F238E27FC236}">
                <a16:creationId xmlns:a16="http://schemas.microsoft.com/office/drawing/2014/main" id="{B6291667-9598-CA5C-3DFB-0552F38368A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182524" y="1317277"/>
            <a:ext cx="1512000" cy="461665"/>
          </a:xfrm>
          <a:prstGeom prst="rect">
            <a:avLst/>
          </a:prstGeom>
          <a:solidFill>
            <a:schemeClr val="accent1"/>
          </a:solidFill>
        </p:spPr>
        <p:txBody>
          <a:bodyPr lIns="144000" tIns="46800" anchor="ctr" anchorCtr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bg1"/>
                </a:solidFill>
              </a:defRPr>
            </a:lvl1pPr>
            <a:lvl2pPr marL="342900" indent="0">
              <a:buNone/>
              <a:defRPr/>
            </a:lvl2pPr>
            <a:lvl3pPr marL="685800" indent="0">
              <a:buNone/>
              <a:defRPr/>
            </a:lvl3pPr>
            <a:lvl4pPr marL="1028700" indent="0">
              <a:buNone/>
              <a:defRPr/>
            </a:lvl4pPr>
            <a:lvl5pPr marL="1371600" indent="0">
              <a:buNone/>
              <a:defRPr/>
            </a:lvl5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IN" dirty="0"/>
              <a:t>Heading 2</a:t>
            </a:r>
          </a:p>
        </p:txBody>
      </p:sp>
      <p:sp>
        <p:nvSpPr>
          <p:cNvPr id="36" name="Text Placeholder 68">
            <a:extLst>
              <a:ext uri="{FF2B5EF4-FFF2-40B4-BE49-F238E27FC236}">
                <a16:creationId xmlns:a16="http://schemas.microsoft.com/office/drawing/2014/main" id="{89BD7C56-7DBB-D6F1-35DE-00251F898E8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816924" y="1200006"/>
            <a:ext cx="1512000" cy="461665"/>
          </a:xfrm>
          <a:prstGeom prst="rect">
            <a:avLst/>
          </a:prstGeom>
          <a:solidFill>
            <a:schemeClr val="accent1"/>
          </a:solidFill>
        </p:spPr>
        <p:txBody>
          <a:bodyPr lIns="144000" tIns="46800" anchor="ctr" anchorCtr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bg1"/>
                </a:solidFill>
              </a:defRPr>
            </a:lvl1pPr>
            <a:lvl2pPr marL="342900" indent="0">
              <a:buNone/>
              <a:defRPr/>
            </a:lvl2pPr>
            <a:lvl3pPr marL="685800" indent="0">
              <a:buNone/>
              <a:defRPr/>
            </a:lvl3pPr>
            <a:lvl4pPr marL="1028700" indent="0">
              <a:buNone/>
              <a:defRPr/>
            </a:lvl4pPr>
            <a:lvl5pPr marL="1371600" indent="0">
              <a:buNone/>
              <a:defRPr/>
            </a:lvl5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IN" dirty="0"/>
              <a:t>Heading 3</a:t>
            </a:r>
          </a:p>
        </p:txBody>
      </p:sp>
      <p:sp>
        <p:nvSpPr>
          <p:cNvPr id="38" name="Text Placeholder 68">
            <a:extLst>
              <a:ext uri="{FF2B5EF4-FFF2-40B4-BE49-F238E27FC236}">
                <a16:creationId xmlns:a16="http://schemas.microsoft.com/office/drawing/2014/main" id="{82C436CC-94F1-9BE6-7895-4E334622310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451324" y="1074917"/>
            <a:ext cx="1512000" cy="461665"/>
          </a:xfrm>
          <a:prstGeom prst="rect">
            <a:avLst/>
          </a:prstGeom>
          <a:solidFill>
            <a:schemeClr val="accent1"/>
          </a:solidFill>
        </p:spPr>
        <p:txBody>
          <a:bodyPr lIns="144000" tIns="46800" anchor="ctr" anchorCtr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bg1"/>
                </a:solidFill>
              </a:defRPr>
            </a:lvl1pPr>
            <a:lvl2pPr marL="342900" indent="0">
              <a:buNone/>
              <a:defRPr/>
            </a:lvl2pPr>
            <a:lvl3pPr marL="685800" indent="0">
              <a:buNone/>
              <a:defRPr/>
            </a:lvl3pPr>
            <a:lvl4pPr marL="1028700" indent="0">
              <a:buNone/>
              <a:defRPr/>
            </a:lvl4pPr>
            <a:lvl5pPr marL="1371600" indent="0">
              <a:buNone/>
              <a:defRPr/>
            </a:lvl5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IN" dirty="0"/>
              <a:t>Heading 4</a:t>
            </a:r>
          </a:p>
        </p:txBody>
      </p:sp>
      <p:sp>
        <p:nvSpPr>
          <p:cNvPr id="40" name="Text Placeholder 68">
            <a:extLst>
              <a:ext uri="{FF2B5EF4-FFF2-40B4-BE49-F238E27FC236}">
                <a16:creationId xmlns:a16="http://schemas.microsoft.com/office/drawing/2014/main" id="{4BB4D12E-7291-9276-E2AA-7D7053B77EE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085724" y="956704"/>
            <a:ext cx="1512000" cy="461665"/>
          </a:xfrm>
          <a:prstGeom prst="rect">
            <a:avLst/>
          </a:prstGeom>
          <a:solidFill>
            <a:schemeClr val="accent1"/>
          </a:solidFill>
        </p:spPr>
        <p:txBody>
          <a:bodyPr lIns="144000" tIns="46800" anchor="ctr" anchorCtr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bg1"/>
                </a:solidFill>
              </a:defRPr>
            </a:lvl1pPr>
            <a:lvl2pPr marL="342900" indent="0">
              <a:buNone/>
              <a:defRPr/>
            </a:lvl2pPr>
            <a:lvl3pPr marL="685800" indent="0">
              <a:buNone/>
              <a:defRPr/>
            </a:lvl3pPr>
            <a:lvl4pPr marL="1028700" indent="0">
              <a:buNone/>
              <a:defRPr/>
            </a:lvl4pPr>
            <a:lvl5pPr marL="1371600" indent="0">
              <a:buNone/>
              <a:defRPr/>
            </a:lvl5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IN" dirty="0"/>
              <a:t>Heading 5</a:t>
            </a:r>
          </a:p>
        </p:txBody>
      </p:sp>
      <p:sp>
        <p:nvSpPr>
          <p:cNvPr id="2" name="Slide Number Placeholder 6">
            <a:extLst>
              <a:ext uri="{FF2B5EF4-FFF2-40B4-BE49-F238E27FC236}">
                <a16:creationId xmlns:a16="http://schemas.microsoft.com/office/drawing/2014/main" id="{57562886-A35D-547F-2511-5FD96D2E8AC0}"/>
              </a:ext>
            </a:extLst>
          </p:cNvPr>
          <p:cNvSpPr txBox="1">
            <a:spLocks/>
          </p:cNvSpPr>
          <p:nvPr userDrawn="1"/>
        </p:nvSpPr>
        <p:spPr>
          <a:xfrm>
            <a:off x="58948" y="4831563"/>
            <a:ext cx="360098" cy="273844"/>
          </a:xfrm>
          <a:prstGeom prst="rect">
            <a:avLst/>
          </a:prstGeom>
        </p:spPr>
        <p:txBody>
          <a:bodyPr vert="horz" lIns="68580" tIns="34290" rIns="68580" bIns="34290" rtlCol="0" anchor="ctr"/>
          <a:lstStyle>
            <a:defPPr>
              <a:defRPr lang="en-US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2B60C70C-E473-9E49-863B-88FCC598397C}" type="slidenum">
              <a:rPr lang="en-US" sz="1000" smtClean="0">
                <a:solidFill>
                  <a:srgbClr val="EB262A"/>
                </a:solidFill>
              </a:rPr>
              <a:pPr algn="ctr"/>
              <a:t>‹#›</a:t>
            </a:fld>
            <a:endParaRPr lang="en-US" sz="1000" dirty="0">
              <a:solidFill>
                <a:srgbClr val="EB262A"/>
              </a:solidFill>
            </a:endParaRP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8C89AC0F-371D-5CEB-7124-B6E9F367ADBB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38351" y="4865781"/>
            <a:ext cx="797806" cy="216000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DCACE905-A1D0-8085-38D9-BA7EBF6A1563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609" r="21970" b="-6351"/>
          <a:stretch/>
        </p:blipFill>
        <p:spPr>
          <a:xfrm>
            <a:off x="490996" y="4869686"/>
            <a:ext cx="7686676" cy="197599"/>
          </a:xfrm>
          <a:prstGeom prst="rect">
            <a:avLst/>
          </a:prstGeom>
        </p:spPr>
      </p:pic>
      <p:sp>
        <p:nvSpPr>
          <p:cNvPr id="4" name="Text Placeholder 17">
            <a:extLst>
              <a:ext uri="{FF2B5EF4-FFF2-40B4-BE49-F238E27FC236}">
                <a16:creationId xmlns:a16="http://schemas.microsoft.com/office/drawing/2014/main" id="{07B1B554-9FC1-6A7C-BBAE-1BDA26200653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548124" y="1457325"/>
            <a:ext cx="1512000" cy="2728595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tIns="576000"/>
          <a:lstStyle>
            <a:lvl1pPr>
              <a:buClr>
                <a:schemeClr val="accent1"/>
              </a:buClr>
              <a:defRPr sz="1050"/>
            </a:lvl1pPr>
            <a:lvl2pPr marL="514350" indent="-171450">
              <a:buClr>
                <a:schemeClr val="accent2"/>
              </a:buClr>
              <a:buFont typeface="Courier New" panose="02070309020205020404" pitchFamily="49" charset="0"/>
              <a:buChar char="o"/>
              <a:defRPr sz="1050"/>
            </a:lvl2pPr>
            <a:lvl3pPr marL="857250" indent="-171450">
              <a:buClr>
                <a:schemeClr val="accent1"/>
              </a:buClr>
              <a:buFont typeface="Wingdings" panose="05000000000000000000" pitchFamily="2" charset="2"/>
              <a:buChar char="§"/>
              <a:defRPr sz="1000"/>
            </a:lvl3pPr>
            <a:lvl4pPr>
              <a:buClr>
                <a:schemeClr val="accent1"/>
              </a:buClr>
              <a:defRPr sz="1000"/>
            </a:lvl4pPr>
            <a:lvl5pPr>
              <a:buClr>
                <a:schemeClr val="accent1"/>
              </a:buClr>
              <a:defRPr sz="1000"/>
            </a:lvl5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IN" dirty="0"/>
              <a:t>This can be used as either bullets/ paragraph</a:t>
            </a:r>
          </a:p>
          <a:p>
            <a:pPr lvl="0"/>
            <a:r>
              <a:rPr lang="en-US" dirty="0"/>
              <a:t>Level 1</a:t>
            </a:r>
          </a:p>
          <a:p>
            <a:pPr lvl="1"/>
            <a:r>
              <a:rPr lang="en-US" dirty="0"/>
              <a:t>Level 2</a:t>
            </a:r>
          </a:p>
          <a:p>
            <a:pPr lvl="2"/>
            <a:r>
              <a:rPr lang="en-US" dirty="0"/>
              <a:t>Level 3</a:t>
            </a:r>
          </a:p>
        </p:txBody>
      </p:sp>
      <p:sp>
        <p:nvSpPr>
          <p:cNvPr id="6" name="Text Placeholder 17">
            <a:extLst>
              <a:ext uri="{FF2B5EF4-FFF2-40B4-BE49-F238E27FC236}">
                <a16:creationId xmlns:a16="http://schemas.microsoft.com/office/drawing/2014/main" id="{E1F6B5EC-1480-4EFC-AD56-EF17283E9CBF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2182524" y="1317277"/>
            <a:ext cx="1512000" cy="3029422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tIns="576000"/>
          <a:lstStyle>
            <a:lvl1pPr>
              <a:buClr>
                <a:schemeClr val="accent1"/>
              </a:buClr>
              <a:defRPr sz="1050"/>
            </a:lvl1pPr>
            <a:lvl2pPr marL="514350" indent="-171450">
              <a:buClr>
                <a:schemeClr val="accent2"/>
              </a:buClr>
              <a:buFont typeface="Courier New" panose="02070309020205020404" pitchFamily="49" charset="0"/>
              <a:buChar char="o"/>
              <a:defRPr sz="1050"/>
            </a:lvl2pPr>
            <a:lvl3pPr marL="857250" indent="-171450">
              <a:buClr>
                <a:schemeClr val="accent1"/>
              </a:buClr>
              <a:buFont typeface="Wingdings" panose="05000000000000000000" pitchFamily="2" charset="2"/>
              <a:buChar char="§"/>
              <a:defRPr sz="1000"/>
            </a:lvl3pPr>
            <a:lvl4pPr>
              <a:buClr>
                <a:schemeClr val="accent1"/>
              </a:buClr>
              <a:defRPr sz="1000"/>
            </a:lvl4pPr>
            <a:lvl5pPr>
              <a:buClr>
                <a:schemeClr val="accent1"/>
              </a:buClr>
              <a:defRPr sz="1000"/>
            </a:lvl5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IN" dirty="0"/>
              <a:t>This can be used as either bullets/ paragraph</a:t>
            </a:r>
          </a:p>
          <a:p>
            <a:pPr lvl="0"/>
            <a:r>
              <a:rPr lang="en-US" dirty="0"/>
              <a:t>Level 1</a:t>
            </a:r>
          </a:p>
          <a:p>
            <a:pPr lvl="1"/>
            <a:r>
              <a:rPr lang="en-US" dirty="0"/>
              <a:t>Level 2</a:t>
            </a:r>
          </a:p>
          <a:p>
            <a:pPr lvl="2"/>
            <a:r>
              <a:rPr lang="en-US" dirty="0"/>
              <a:t>Level 3</a:t>
            </a:r>
          </a:p>
        </p:txBody>
      </p:sp>
      <p:sp>
        <p:nvSpPr>
          <p:cNvPr id="7" name="Text Placeholder 17">
            <a:extLst>
              <a:ext uri="{FF2B5EF4-FFF2-40B4-BE49-F238E27FC236}">
                <a16:creationId xmlns:a16="http://schemas.microsoft.com/office/drawing/2014/main" id="{36B3A30F-62E2-F936-FD3C-27D854FA06A4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3816924" y="1200006"/>
            <a:ext cx="1512000" cy="3263965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tIns="576000"/>
          <a:lstStyle>
            <a:lvl1pPr>
              <a:buClr>
                <a:schemeClr val="accent1"/>
              </a:buClr>
              <a:defRPr sz="1050"/>
            </a:lvl1pPr>
            <a:lvl2pPr marL="514350" indent="-171450">
              <a:buClr>
                <a:schemeClr val="accent2"/>
              </a:buClr>
              <a:buFont typeface="Courier New" panose="02070309020205020404" pitchFamily="49" charset="0"/>
              <a:buChar char="o"/>
              <a:defRPr sz="1050"/>
            </a:lvl2pPr>
            <a:lvl3pPr marL="857250" indent="-171450">
              <a:buClr>
                <a:schemeClr val="accent1"/>
              </a:buClr>
              <a:buFont typeface="Wingdings" panose="05000000000000000000" pitchFamily="2" charset="2"/>
              <a:buChar char="§"/>
              <a:defRPr sz="1000"/>
            </a:lvl3pPr>
            <a:lvl4pPr>
              <a:buClr>
                <a:schemeClr val="accent1"/>
              </a:buClr>
              <a:defRPr sz="1000"/>
            </a:lvl4pPr>
            <a:lvl5pPr>
              <a:buClr>
                <a:schemeClr val="accent1"/>
              </a:buClr>
              <a:defRPr sz="1000"/>
            </a:lvl5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IN" dirty="0"/>
              <a:t>This can be used as either bullets/ paragraph</a:t>
            </a:r>
          </a:p>
          <a:p>
            <a:pPr lvl="0"/>
            <a:r>
              <a:rPr lang="en-US" dirty="0"/>
              <a:t>Level 1</a:t>
            </a:r>
          </a:p>
          <a:p>
            <a:pPr lvl="1"/>
            <a:r>
              <a:rPr lang="en-US" dirty="0"/>
              <a:t>Level 2</a:t>
            </a:r>
          </a:p>
          <a:p>
            <a:pPr lvl="2"/>
            <a:r>
              <a:rPr lang="en-US" dirty="0"/>
              <a:t>Level 3</a:t>
            </a:r>
          </a:p>
        </p:txBody>
      </p:sp>
      <p:sp>
        <p:nvSpPr>
          <p:cNvPr id="8" name="Text Placeholder 17">
            <a:extLst>
              <a:ext uri="{FF2B5EF4-FFF2-40B4-BE49-F238E27FC236}">
                <a16:creationId xmlns:a16="http://schemas.microsoft.com/office/drawing/2014/main" id="{E1304BA4-59D0-D7E4-96DC-BAD0BBF02891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451324" y="1074917"/>
            <a:ext cx="1512000" cy="3512917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tIns="576000"/>
          <a:lstStyle>
            <a:lvl1pPr marL="171450" indent="-171450">
              <a:buClr>
                <a:schemeClr val="accent1"/>
              </a:buClr>
              <a:buFont typeface="Arial" panose="020B0604020202020204" pitchFamily="34" charset="0"/>
              <a:buChar char="•"/>
              <a:defRPr sz="1050"/>
            </a:lvl1pPr>
            <a:lvl2pPr marL="514350" indent="-171450">
              <a:buClr>
                <a:schemeClr val="accent2"/>
              </a:buClr>
              <a:buFont typeface="Courier New" panose="02070309020205020404" pitchFamily="49" charset="0"/>
              <a:buChar char="o"/>
              <a:defRPr sz="1050"/>
            </a:lvl2pPr>
            <a:lvl3pPr marL="857250" indent="-171450">
              <a:buClr>
                <a:schemeClr val="accent1"/>
              </a:buClr>
              <a:buFont typeface="Wingdings" panose="05000000000000000000" pitchFamily="2" charset="2"/>
              <a:buChar char="§"/>
              <a:defRPr sz="1000"/>
            </a:lvl3pPr>
            <a:lvl4pPr>
              <a:buClr>
                <a:schemeClr val="accent1"/>
              </a:buClr>
              <a:defRPr sz="1000"/>
            </a:lvl4pPr>
            <a:lvl5pPr>
              <a:buClr>
                <a:schemeClr val="accent1"/>
              </a:buClr>
              <a:defRPr sz="1000"/>
            </a:lvl5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IN" dirty="0"/>
              <a:t>This can be used as either bullets/ paragraph</a:t>
            </a:r>
          </a:p>
          <a:p>
            <a:pPr lvl="0"/>
            <a:r>
              <a:rPr lang="en-US" dirty="0"/>
              <a:t>Level 1</a:t>
            </a:r>
          </a:p>
          <a:p>
            <a:pPr lvl="1"/>
            <a:r>
              <a:rPr lang="en-US" dirty="0"/>
              <a:t>Level 2</a:t>
            </a:r>
          </a:p>
          <a:p>
            <a:pPr lvl="2"/>
            <a:r>
              <a:rPr lang="en-US" dirty="0"/>
              <a:t>Level 3</a:t>
            </a:r>
          </a:p>
        </p:txBody>
      </p:sp>
      <p:sp>
        <p:nvSpPr>
          <p:cNvPr id="9" name="Text Placeholder 17">
            <a:extLst>
              <a:ext uri="{FF2B5EF4-FFF2-40B4-BE49-F238E27FC236}">
                <a16:creationId xmlns:a16="http://schemas.microsoft.com/office/drawing/2014/main" id="{7F50ACDA-4F0E-DADD-9A13-84993D8A51FE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7085724" y="956705"/>
            <a:ext cx="1512000" cy="3751792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tIns="576000"/>
          <a:lstStyle>
            <a:lvl1pPr>
              <a:buClr>
                <a:schemeClr val="accent1"/>
              </a:buClr>
              <a:defRPr sz="1050"/>
            </a:lvl1pPr>
            <a:lvl2pPr marL="514350" indent="-171450">
              <a:buClr>
                <a:schemeClr val="accent2"/>
              </a:buClr>
              <a:buFont typeface="Courier New" panose="02070309020205020404" pitchFamily="49" charset="0"/>
              <a:buChar char="o"/>
              <a:defRPr sz="1050"/>
            </a:lvl2pPr>
            <a:lvl3pPr marL="857250" indent="-171450">
              <a:buClr>
                <a:schemeClr val="accent1"/>
              </a:buClr>
              <a:buFont typeface="Wingdings" panose="05000000000000000000" pitchFamily="2" charset="2"/>
              <a:buChar char="§"/>
              <a:defRPr sz="1000"/>
            </a:lvl3pPr>
            <a:lvl4pPr>
              <a:buClr>
                <a:schemeClr val="accent1"/>
              </a:buClr>
              <a:defRPr sz="1000"/>
            </a:lvl4pPr>
            <a:lvl5pPr>
              <a:buClr>
                <a:schemeClr val="accent1"/>
              </a:buClr>
              <a:defRPr sz="1000"/>
            </a:lvl5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IN" dirty="0"/>
              <a:t>This can be used as either bullets/ paragraph</a:t>
            </a:r>
          </a:p>
          <a:p>
            <a:pPr lvl="0"/>
            <a:r>
              <a:rPr lang="en-US" dirty="0"/>
              <a:t>Level 1</a:t>
            </a:r>
          </a:p>
          <a:p>
            <a:pPr lvl="1"/>
            <a:r>
              <a:rPr lang="en-US" dirty="0"/>
              <a:t>Level 2</a:t>
            </a:r>
          </a:p>
          <a:p>
            <a:pPr lvl="2"/>
            <a:r>
              <a:rPr lang="en-US" dirty="0"/>
              <a:t>Level 3</a:t>
            </a:r>
          </a:p>
        </p:txBody>
      </p:sp>
    </p:spTree>
    <p:extLst>
      <p:ext uri="{BB962C8B-B14F-4D97-AF65-F5344CB8AC3E}">
        <p14:creationId xmlns:p14="http://schemas.microsoft.com/office/powerpoint/2010/main" val="171610047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eps/processes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raphic 28">
            <a:extLst>
              <a:ext uri="{FF2B5EF4-FFF2-40B4-BE49-F238E27FC236}">
                <a16:creationId xmlns:a16="http://schemas.microsoft.com/office/drawing/2014/main" id="{0AE624F0-8CD2-EB4A-303E-796CAE3CDD6D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358187" y="-1"/>
            <a:ext cx="785814" cy="785814"/>
          </a:xfrm>
          <a:prstGeom prst="rect">
            <a:avLst/>
          </a:prstGeom>
        </p:spPr>
      </p:pic>
      <p:sp>
        <p:nvSpPr>
          <p:cNvPr id="33" name="Title 1">
            <a:extLst>
              <a:ext uri="{FF2B5EF4-FFF2-40B4-BE49-F238E27FC236}">
                <a16:creationId xmlns:a16="http://schemas.microsoft.com/office/drawing/2014/main" id="{B331BC92-8398-EB8B-5612-26E58DAF1159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224247" y="188464"/>
            <a:ext cx="8133940" cy="461665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400" b="0" i="0">
                <a:solidFill>
                  <a:schemeClr val="accent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en-IN" dirty="0"/>
              <a:t>Steps/processes slide</a:t>
            </a:r>
            <a:endParaRPr lang="en-US" dirty="0"/>
          </a:p>
        </p:txBody>
      </p:sp>
      <p:sp>
        <p:nvSpPr>
          <p:cNvPr id="35" name="Text Placeholder 34">
            <a:extLst>
              <a:ext uri="{FF2B5EF4-FFF2-40B4-BE49-F238E27FC236}">
                <a16:creationId xmlns:a16="http://schemas.microsoft.com/office/drawing/2014/main" id="{112205D4-DA5D-26CF-1929-03E0076889B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24247" y="2822398"/>
            <a:ext cx="1800000" cy="433348"/>
          </a:xfrm>
          <a:prstGeom prst="homePlate">
            <a:avLst/>
          </a:prstGeom>
          <a:solidFill>
            <a:schemeClr val="accent1"/>
          </a:solidFill>
        </p:spPr>
        <p:txBody>
          <a:bodyPr wrap="square" lIns="252000" tIns="180000" bIns="180000" anchor="ctr" anchorCtr="0"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IN" dirty="0"/>
              <a:t>Title 1</a:t>
            </a:r>
          </a:p>
        </p:txBody>
      </p:sp>
      <p:sp>
        <p:nvSpPr>
          <p:cNvPr id="36" name="Text Placeholder 34">
            <a:extLst>
              <a:ext uri="{FF2B5EF4-FFF2-40B4-BE49-F238E27FC236}">
                <a16:creationId xmlns:a16="http://schemas.microsoft.com/office/drawing/2014/main" id="{2D9C27C2-59E8-A10D-1BD0-F50671DE3E6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45897" y="2822398"/>
            <a:ext cx="1800000" cy="433348"/>
          </a:xfrm>
          <a:prstGeom prst="chevron">
            <a:avLst/>
          </a:prstGeom>
          <a:solidFill>
            <a:schemeClr val="accent1"/>
          </a:solidFill>
        </p:spPr>
        <p:txBody>
          <a:bodyPr wrap="square" lIns="252000" tIns="180000" bIns="180000" anchor="ctr" anchorCtr="0">
            <a:noAutofit/>
          </a:bodyPr>
          <a:lstStyle>
            <a:lvl1pPr>
              <a:defRPr lang="en-IN" sz="1200" dirty="0">
                <a:solidFill>
                  <a:schemeClr val="bg1"/>
                </a:solidFill>
              </a:defRPr>
            </a:lvl1pPr>
          </a:lstStyle>
          <a:p>
            <a:pPr marL="0" lvl="0" indent="0">
              <a:buNone/>
            </a:pPr>
            <a:r>
              <a:rPr lang="en-IN" dirty="0"/>
              <a:t>Title 2</a:t>
            </a:r>
          </a:p>
        </p:txBody>
      </p:sp>
      <p:sp>
        <p:nvSpPr>
          <p:cNvPr id="37" name="Text Placeholder 34">
            <a:extLst>
              <a:ext uri="{FF2B5EF4-FFF2-40B4-BE49-F238E27FC236}">
                <a16:creationId xmlns:a16="http://schemas.microsoft.com/office/drawing/2014/main" id="{2E655F3C-AE86-28CC-5DB4-2AEBB9552BE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667547" y="2822398"/>
            <a:ext cx="1800000" cy="433348"/>
          </a:xfrm>
          <a:prstGeom prst="chevron">
            <a:avLst/>
          </a:prstGeom>
          <a:solidFill>
            <a:schemeClr val="accent1"/>
          </a:solidFill>
        </p:spPr>
        <p:txBody>
          <a:bodyPr wrap="square" lIns="252000" tIns="180000" bIns="180000" anchor="ctr" anchorCtr="0">
            <a:noAutofit/>
          </a:bodyPr>
          <a:lstStyle>
            <a:lvl1pPr>
              <a:defRPr lang="en-IN" sz="1200" dirty="0">
                <a:solidFill>
                  <a:schemeClr val="bg1"/>
                </a:solidFill>
              </a:defRPr>
            </a:lvl1pPr>
          </a:lstStyle>
          <a:p>
            <a:pPr marL="0" lvl="0" indent="0">
              <a:buNone/>
            </a:pPr>
            <a:r>
              <a:rPr lang="en-IN" dirty="0"/>
              <a:t>Title 3</a:t>
            </a:r>
          </a:p>
        </p:txBody>
      </p:sp>
      <p:sp>
        <p:nvSpPr>
          <p:cNvPr id="38" name="Text Placeholder 34">
            <a:extLst>
              <a:ext uri="{FF2B5EF4-FFF2-40B4-BE49-F238E27FC236}">
                <a16:creationId xmlns:a16="http://schemas.microsoft.com/office/drawing/2014/main" id="{85621137-D429-EF37-1CF6-CF101C2924C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389197" y="2822398"/>
            <a:ext cx="1800000" cy="433348"/>
          </a:xfrm>
          <a:prstGeom prst="chevron">
            <a:avLst/>
          </a:prstGeom>
          <a:solidFill>
            <a:schemeClr val="accent1"/>
          </a:solidFill>
        </p:spPr>
        <p:txBody>
          <a:bodyPr wrap="square" lIns="252000" tIns="180000" bIns="180000" anchor="ctr" anchorCtr="0">
            <a:noAutofit/>
          </a:bodyPr>
          <a:lstStyle>
            <a:lvl1pPr>
              <a:defRPr lang="en-IN" sz="1200" dirty="0">
                <a:solidFill>
                  <a:schemeClr val="bg1"/>
                </a:solidFill>
              </a:defRPr>
            </a:lvl1pPr>
          </a:lstStyle>
          <a:p>
            <a:pPr marL="0" lvl="0" indent="0">
              <a:buNone/>
            </a:pPr>
            <a:r>
              <a:rPr lang="en-IN" dirty="0"/>
              <a:t>Title 4</a:t>
            </a:r>
          </a:p>
        </p:txBody>
      </p:sp>
      <p:sp>
        <p:nvSpPr>
          <p:cNvPr id="39" name="Text Placeholder 34">
            <a:extLst>
              <a:ext uri="{FF2B5EF4-FFF2-40B4-BE49-F238E27FC236}">
                <a16:creationId xmlns:a16="http://schemas.microsoft.com/office/drawing/2014/main" id="{FE208C03-2FF6-0986-F3FB-98866A7B639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10846" y="2839211"/>
            <a:ext cx="1800000" cy="433348"/>
          </a:xfrm>
          <a:prstGeom prst="chevron">
            <a:avLst/>
          </a:prstGeom>
          <a:solidFill>
            <a:schemeClr val="accent1"/>
          </a:solidFill>
        </p:spPr>
        <p:txBody>
          <a:bodyPr wrap="square" lIns="252000" tIns="180000" bIns="180000" anchor="ctr" anchorCtr="0">
            <a:noAutofit/>
          </a:bodyPr>
          <a:lstStyle>
            <a:lvl1pPr>
              <a:defRPr lang="en-IN" sz="1200" dirty="0">
                <a:solidFill>
                  <a:schemeClr val="bg1"/>
                </a:solidFill>
              </a:defRPr>
            </a:lvl1pPr>
          </a:lstStyle>
          <a:p>
            <a:pPr marL="0" lvl="0" indent="0">
              <a:buNone/>
            </a:pPr>
            <a:r>
              <a:rPr lang="en-IN" dirty="0"/>
              <a:t>Title 5</a:t>
            </a:r>
          </a:p>
        </p:txBody>
      </p:sp>
      <p:sp>
        <p:nvSpPr>
          <p:cNvPr id="41" name="Text Placeholder 68">
            <a:extLst>
              <a:ext uri="{FF2B5EF4-FFF2-40B4-BE49-F238E27FC236}">
                <a16:creationId xmlns:a16="http://schemas.microsoft.com/office/drawing/2014/main" id="{902F7CD0-65F3-BBE3-E2DF-FDF657C329F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24247" y="3380994"/>
            <a:ext cx="1588161" cy="307083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lang="en-IN" sz="1400" b="0" dirty="0">
                <a:solidFill>
                  <a:schemeClr val="accent1"/>
                </a:solidFill>
              </a:defRPr>
            </a:lvl1pPr>
            <a:lvl2pPr>
              <a:defRPr sz="14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marL="180000" lvl="0" indent="-180000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</a:pPr>
            <a:r>
              <a:rPr lang="en-IN" dirty="0"/>
              <a:t>Heading</a:t>
            </a:r>
          </a:p>
        </p:txBody>
      </p:sp>
      <p:sp>
        <p:nvSpPr>
          <p:cNvPr id="43" name="Picture Placeholder 28">
            <a:extLst>
              <a:ext uri="{FF2B5EF4-FFF2-40B4-BE49-F238E27FC236}">
                <a16:creationId xmlns:a16="http://schemas.microsoft.com/office/drawing/2014/main" id="{B8070078-08E8-2509-CA26-2F86F49AAEAD}"/>
              </a:ext>
            </a:extLst>
          </p:cNvPr>
          <p:cNvSpPr>
            <a:spLocks noGrp="1"/>
          </p:cNvSpPr>
          <p:nvPr>
            <p:ph type="pic" sz="quarter" idx="41" hasCustomPrompt="1"/>
          </p:nvPr>
        </p:nvSpPr>
        <p:spPr>
          <a:xfrm>
            <a:off x="224247" y="1911527"/>
            <a:ext cx="792000" cy="792000"/>
          </a:xfrm>
          <a:prstGeom prst="rect">
            <a:avLst/>
          </a:prstGeom>
          <a:noFill/>
        </p:spPr>
        <p:txBody>
          <a:bodyPr/>
          <a:lstStyle>
            <a:lvl1pPr marL="0" indent="0">
              <a:buNone/>
              <a:defRPr lang="en-IN" sz="800" dirty="0"/>
            </a:lvl1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IN" dirty="0"/>
              <a:t>Click icon to insert the image of your choice</a:t>
            </a:r>
            <a:endParaRPr lang="en-US" dirty="0"/>
          </a:p>
          <a:p>
            <a:endParaRPr lang="en-IN" dirty="0"/>
          </a:p>
        </p:txBody>
      </p:sp>
      <p:sp>
        <p:nvSpPr>
          <p:cNvPr id="44" name="Text Placeholder 68">
            <a:extLst>
              <a:ext uri="{FF2B5EF4-FFF2-40B4-BE49-F238E27FC236}">
                <a16:creationId xmlns:a16="http://schemas.microsoft.com/office/drawing/2014/main" id="{DD7CBF18-621A-2970-3759-6F28C7BFB97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942297" y="3380994"/>
            <a:ext cx="1588161" cy="307083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lang="en-IN" sz="1400" b="0" dirty="0">
                <a:solidFill>
                  <a:schemeClr val="accent1"/>
                </a:solidFill>
              </a:defRPr>
            </a:lvl1pPr>
            <a:lvl2pPr>
              <a:defRPr sz="14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marL="180000" lvl="0" indent="-180000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</a:pPr>
            <a:r>
              <a:rPr lang="en-IN" dirty="0"/>
              <a:t>Heading</a:t>
            </a:r>
          </a:p>
        </p:txBody>
      </p:sp>
      <p:sp>
        <p:nvSpPr>
          <p:cNvPr id="46" name="Text Placeholder 68">
            <a:extLst>
              <a:ext uri="{FF2B5EF4-FFF2-40B4-BE49-F238E27FC236}">
                <a16:creationId xmlns:a16="http://schemas.microsoft.com/office/drawing/2014/main" id="{69B2C0D6-7484-0F30-F19C-53A4C2EE2D8E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3674747" y="3380994"/>
            <a:ext cx="1588161" cy="307083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lang="en-IN" sz="1400" b="0" dirty="0">
                <a:solidFill>
                  <a:schemeClr val="accent1"/>
                </a:solidFill>
              </a:defRPr>
            </a:lvl1pPr>
            <a:lvl2pPr>
              <a:defRPr sz="14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marL="180000" lvl="0" indent="-180000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</a:pPr>
            <a:r>
              <a:rPr lang="en-IN" dirty="0"/>
              <a:t>Heading</a:t>
            </a:r>
          </a:p>
        </p:txBody>
      </p:sp>
      <p:sp>
        <p:nvSpPr>
          <p:cNvPr id="48" name="Text Placeholder 68">
            <a:extLst>
              <a:ext uri="{FF2B5EF4-FFF2-40B4-BE49-F238E27FC236}">
                <a16:creationId xmlns:a16="http://schemas.microsoft.com/office/drawing/2014/main" id="{190B971F-7FB2-B71E-4324-7A4233436A6B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5392797" y="3380994"/>
            <a:ext cx="1588161" cy="307083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lang="en-IN" sz="1400" b="0" dirty="0">
                <a:solidFill>
                  <a:schemeClr val="accent1"/>
                </a:solidFill>
              </a:defRPr>
            </a:lvl1pPr>
            <a:lvl2pPr>
              <a:defRPr sz="14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marL="180000" lvl="0" indent="-180000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</a:pPr>
            <a:r>
              <a:rPr lang="en-IN" dirty="0"/>
              <a:t>Heading</a:t>
            </a:r>
          </a:p>
        </p:txBody>
      </p:sp>
      <p:sp>
        <p:nvSpPr>
          <p:cNvPr id="50" name="Text Placeholder 68">
            <a:extLst>
              <a:ext uri="{FF2B5EF4-FFF2-40B4-BE49-F238E27FC236}">
                <a16:creationId xmlns:a16="http://schemas.microsoft.com/office/drawing/2014/main" id="{42E95CCA-B9F7-881C-A690-FCFAAADE66F6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110846" y="3380994"/>
            <a:ext cx="1588161" cy="307083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lang="en-IN" sz="1400" b="0" dirty="0">
                <a:solidFill>
                  <a:schemeClr val="accent1"/>
                </a:solidFill>
              </a:defRPr>
            </a:lvl1pPr>
            <a:lvl2pPr>
              <a:defRPr sz="14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marL="180000" lvl="0" indent="-180000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</a:pPr>
            <a:r>
              <a:rPr lang="en-IN" dirty="0"/>
              <a:t>Heading</a:t>
            </a:r>
          </a:p>
        </p:txBody>
      </p:sp>
      <p:sp>
        <p:nvSpPr>
          <p:cNvPr id="58" name="Text Placeholder 68">
            <a:extLst>
              <a:ext uri="{FF2B5EF4-FFF2-40B4-BE49-F238E27FC236}">
                <a16:creationId xmlns:a16="http://schemas.microsoft.com/office/drawing/2014/main" id="{8C526881-7D0A-09C1-4B12-10C8BAC4859B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224248" y="933156"/>
            <a:ext cx="8672198" cy="756304"/>
          </a:xfrm>
          <a:prstGeom prst="rect">
            <a:avLst/>
          </a:prstGeom>
        </p:spPr>
        <p:txBody>
          <a:bodyPr anchor="t"/>
          <a:lstStyle>
            <a:lvl1pPr marL="0" indent="0">
              <a:buNone/>
              <a:defRPr sz="1400">
                <a:solidFill>
                  <a:schemeClr val="accent2"/>
                </a:solidFill>
              </a:defRPr>
            </a:lvl1pPr>
            <a:lvl2pPr marL="342900" indent="0">
              <a:buNone/>
              <a:defRPr/>
            </a:lvl2pPr>
            <a:lvl3pPr marL="685800" indent="0">
              <a:buNone/>
              <a:defRPr/>
            </a:lvl3pPr>
            <a:lvl4pPr marL="1028700" indent="0">
              <a:buNone/>
              <a:defRPr/>
            </a:lvl4pPr>
            <a:lvl5pPr marL="1371600" indent="0">
              <a:buNone/>
              <a:defRPr/>
            </a:lvl5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IN" dirty="0"/>
              <a:t>Description</a:t>
            </a:r>
          </a:p>
        </p:txBody>
      </p:sp>
      <p:sp>
        <p:nvSpPr>
          <p:cNvPr id="2" name="Slide Number Placeholder 6">
            <a:extLst>
              <a:ext uri="{FF2B5EF4-FFF2-40B4-BE49-F238E27FC236}">
                <a16:creationId xmlns:a16="http://schemas.microsoft.com/office/drawing/2014/main" id="{D195EFF3-2C9E-21B6-037C-81F08BD78399}"/>
              </a:ext>
            </a:extLst>
          </p:cNvPr>
          <p:cNvSpPr txBox="1">
            <a:spLocks/>
          </p:cNvSpPr>
          <p:nvPr userDrawn="1"/>
        </p:nvSpPr>
        <p:spPr>
          <a:xfrm>
            <a:off x="58948" y="4831563"/>
            <a:ext cx="360098" cy="273844"/>
          </a:xfrm>
          <a:prstGeom prst="rect">
            <a:avLst/>
          </a:prstGeom>
        </p:spPr>
        <p:txBody>
          <a:bodyPr vert="horz" lIns="68580" tIns="34290" rIns="68580" bIns="34290" rtlCol="0" anchor="ctr"/>
          <a:lstStyle>
            <a:defPPr>
              <a:defRPr lang="en-US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2B60C70C-E473-9E49-863B-88FCC598397C}" type="slidenum">
              <a:rPr lang="en-US" sz="1000" smtClean="0">
                <a:solidFill>
                  <a:srgbClr val="EB262A"/>
                </a:solidFill>
              </a:rPr>
              <a:pPr algn="ctr"/>
              <a:t>‹#›</a:t>
            </a:fld>
            <a:endParaRPr lang="en-US" sz="1000" dirty="0">
              <a:solidFill>
                <a:srgbClr val="EB262A"/>
              </a:solidFill>
            </a:endParaRP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8F470C87-DB11-D750-2433-CF911BAE7638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38351" y="4865781"/>
            <a:ext cx="797806" cy="216000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E20AA409-752E-5C68-F3C5-475008F29A2F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609" r="21970" b="-6351"/>
          <a:stretch/>
        </p:blipFill>
        <p:spPr>
          <a:xfrm>
            <a:off x="490996" y="4869686"/>
            <a:ext cx="7686676" cy="197599"/>
          </a:xfrm>
          <a:prstGeom prst="rect">
            <a:avLst/>
          </a:prstGeom>
        </p:spPr>
      </p:pic>
      <p:sp>
        <p:nvSpPr>
          <p:cNvPr id="12" name="Picture Placeholder 28">
            <a:extLst>
              <a:ext uri="{FF2B5EF4-FFF2-40B4-BE49-F238E27FC236}">
                <a16:creationId xmlns:a16="http://schemas.microsoft.com/office/drawing/2014/main" id="{D03FCB33-26B7-47D4-A5C3-7D53EF26A5E2}"/>
              </a:ext>
            </a:extLst>
          </p:cNvPr>
          <p:cNvSpPr>
            <a:spLocks noGrp="1"/>
          </p:cNvSpPr>
          <p:nvPr>
            <p:ph type="pic" sz="quarter" idx="58" hasCustomPrompt="1"/>
          </p:nvPr>
        </p:nvSpPr>
        <p:spPr>
          <a:xfrm>
            <a:off x="1956697" y="1911527"/>
            <a:ext cx="792000" cy="792000"/>
          </a:xfrm>
          <a:prstGeom prst="rect">
            <a:avLst/>
          </a:prstGeom>
          <a:noFill/>
        </p:spPr>
        <p:txBody>
          <a:bodyPr/>
          <a:lstStyle>
            <a:lvl1pPr marL="0" indent="0">
              <a:buNone/>
              <a:defRPr lang="en-IN" sz="800" dirty="0"/>
            </a:lvl1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IN" dirty="0"/>
              <a:t>Click icon to insert the image of your choice</a:t>
            </a:r>
            <a:endParaRPr lang="en-US" dirty="0"/>
          </a:p>
          <a:p>
            <a:endParaRPr lang="en-IN" dirty="0"/>
          </a:p>
        </p:txBody>
      </p:sp>
      <p:sp>
        <p:nvSpPr>
          <p:cNvPr id="13" name="Picture Placeholder 28">
            <a:extLst>
              <a:ext uri="{FF2B5EF4-FFF2-40B4-BE49-F238E27FC236}">
                <a16:creationId xmlns:a16="http://schemas.microsoft.com/office/drawing/2014/main" id="{7C1AAE4F-5E52-69E5-D71F-223C094A3ACA}"/>
              </a:ext>
            </a:extLst>
          </p:cNvPr>
          <p:cNvSpPr>
            <a:spLocks noGrp="1"/>
          </p:cNvSpPr>
          <p:nvPr>
            <p:ph type="pic" sz="quarter" idx="59" hasCustomPrompt="1"/>
          </p:nvPr>
        </p:nvSpPr>
        <p:spPr>
          <a:xfrm>
            <a:off x="3674747" y="1911527"/>
            <a:ext cx="792000" cy="792000"/>
          </a:xfrm>
          <a:prstGeom prst="rect">
            <a:avLst/>
          </a:prstGeom>
          <a:noFill/>
        </p:spPr>
        <p:txBody>
          <a:bodyPr/>
          <a:lstStyle>
            <a:lvl1pPr marL="0" indent="0">
              <a:buNone/>
              <a:defRPr lang="en-IN" sz="800" dirty="0"/>
            </a:lvl1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IN" dirty="0"/>
              <a:t>Click icon to insert the image of your choice</a:t>
            </a:r>
            <a:endParaRPr lang="en-US" dirty="0"/>
          </a:p>
          <a:p>
            <a:endParaRPr lang="en-IN" dirty="0"/>
          </a:p>
        </p:txBody>
      </p:sp>
      <p:sp>
        <p:nvSpPr>
          <p:cNvPr id="14" name="Picture Placeholder 28">
            <a:extLst>
              <a:ext uri="{FF2B5EF4-FFF2-40B4-BE49-F238E27FC236}">
                <a16:creationId xmlns:a16="http://schemas.microsoft.com/office/drawing/2014/main" id="{780804B1-FCF7-939B-B97F-B558E0203F6F}"/>
              </a:ext>
            </a:extLst>
          </p:cNvPr>
          <p:cNvSpPr>
            <a:spLocks noGrp="1"/>
          </p:cNvSpPr>
          <p:nvPr>
            <p:ph type="pic" sz="quarter" idx="60" hasCustomPrompt="1"/>
          </p:nvPr>
        </p:nvSpPr>
        <p:spPr>
          <a:xfrm>
            <a:off x="5392797" y="1911527"/>
            <a:ext cx="792000" cy="792000"/>
          </a:xfrm>
          <a:prstGeom prst="rect">
            <a:avLst/>
          </a:prstGeom>
          <a:noFill/>
        </p:spPr>
        <p:txBody>
          <a:bodyPr/>
          <a:lstStyle>
            <a:lvl1pPr marL="0" indent="0">
              <a:buNone/>
              <a:defRPr lang="en-IN" sz="800" dirty="0"/>
            </a:lvl1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IN" dirty="0"/>
              <a:t>Click icon to insert the image of your choice</a:t>
            </a:r>
            <a:endParaRPr lang="en-US" dirty="0"/>
          </a:p>
          <a:p>
            <a:endParaRPr lang="en-IN" dirty="0"/>
          </a:p>
        </p:txBody>
      </p:sp>
      <p:sp>
        <p:nvSpPr>
          <p:cNvPr id="15" name="Picture Placeholder 28">
            <a:extLst>
              <a:ext uri="{FF2B5EF4-FFF2-40B4-BE49-F238E27FC236}">
                <a16:creationId xmlns:a16="http://schemas.microsoft.com/office/drawing/2014/main" id="{E7D7D90E-2413-FD57-88FE-E123671EA2B0}"/>
              </a:ext>
            </a:extLst>
          </p:cNvPr>
          <p:cNvSpPr>
            <a:spLocks noGrp="1"/>
          </p:cNvSpPr>
          <p:nvPr>
            <p:ph type="pic" sz="quarter" idx="61" hasCustomPrompt="1"/>
          </p:nvPr>
        </p:nvSpPr>
        <p:spPr>
          <a:xfrm>
            <a:off x="7110846" y="1894714"/>
            <a:ext cx="792000" cy="792000"/>
          </a:xfrm>
          <a:prstGeom prst="rect">
            <a:avLst/>
          </a:prstGeom>
          <a:noFill/>
        </p:spPr>
        <p:txBody>
          <a:bodyPr/>
          <a:lstStyle>
            <a:lvl1pPr marL="0" indent="0">
              <a:buNone/>
              <a:defRPr lang="en-IN" sz="800" dirty="0"/>
            </a:lvl1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IN" dirty="0"/>
              <a:t>Click icon to insert the image of your choice</a:t>
            </a:r>
            <a:endParaRPr lang="en-US" dirty="0"/>
          </a:p>
          <a:p>
            <a:endParaRPr lang="en-IN" dirty="0"/>
          </a:p>
        </p:txBody>
      </p:sp>
      <p:sp>
        <p:nvSpPr>
          <p:cNvPr id="25" name="Text Placeholder 17">
            <a:extLst>
              <a:ext uri="{FF2B5EF4-FFF2-40B4-BE49-F238E27FC236}">
                <a16:creationId xmlns:a16="http://schemas.microsoft.com/office/drawing/2014/main" id="{437B35A2-6CB9-D29C-77C6-17124639836B}"/>
              </a:ext>
            </a:extLst>
          </p:cNvPr>
          <p:cNvSpPr>
            <a:spLocks noGrp="1"/>
          </p:cNvSpPr>
          <p:nvPr>
            <p:ph type="body" sz="quarter" idx="98" hasCustomPrompt="1"/>
          </p:nvPr>
        </p:nvSpPr>
        <p:spPr>
          <a:xfrm>
            <a:off x="224247" y="3688077"/>
            <a:ext cx="1588161" cy="998224"/>
          </a:xfrm>
          <a:prstGeom prst="rect">
            <a:avLst/>
          </a:prstGeom>
          <a:noFill/>
          <a:ln>
            <a:noFill/>
          </a:ln>
        </p:spPr>
        <p:txBody>
          <a:bodyPr tIns="90000"/>
          <a:lstStyle>
            <a:lvl1pPr>
              <a:buClr>
                <a:schemeClr val="accent1"/>
              </a:buClr>
              <a:defRPr sz="1050"/>
            </a:lvl1pPr>
            <a:lvl2pPr marL="342900" indent="0">
              <a:buClr>
                <a:schemeClr val="accent2"/>
              </a:buClr>
              <a:buFont typeface="Courier New" panose="02070309020205020404" pitchFamily="49" charset="0"/>
              <a:buNone/>
              <a:defRPr lang="en-US" sz="105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0">
              <a:buClr>
                <a:schemeClr val="accent1"/>
              </a:buClr>
              <a:buFont typeface="Wingdings" panose="05000000000000000000" pitchFamily="2" charset="2"/>
              <a:buNone/>
              <a:defRPr sz="1000"/>
            </a:lvl3pPr>
            <a:lvl4pPr>
              <a:buClr>
                <a:schemeClr val="accent1"/>
              </a:buClr>
              <a:defRPr sz="1000"/>
            </a:lvl4pPr>
            <a:lvl5pPr>
              <a:buClr>
                <a:schemeClr val="accent1"/>
              </a:buClr>
              <a:defRPr sz="1000"/>
            </a:lvl5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IN" dirty="0"/>
              <a:t>This can be used as either bullets/ paragraph</a:t>
            </a:r>
          </a:p>
          <a:p>
            <a:pPr lvl="0"/>
            <a:r>
              <a:rPr lang="en-US" dirty="0"/>
              <a:t>Level 1</a:t>
            </a:r>
          </a:p>
          <a:p>
            <a:pPr marL="514350" lvl="1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Clr>
                <a:schemeClr val="accent2"/>
              </a:buClr>
              <a:buFont typeface="Courier New" panose="02070309020205020404" pitchFamily="49" charset="0"/>
              <a:buChar char="o"/>
            </a:pPr>
            <a:r>
              <a:rPr lang="en-US" dirty="0"/>
              <a:t>Level 2</a:t>
            </a:r>
          </a:p>
          <a:p>
            <a:pPr lvl="2"/>
            <a:endParaRPr lang="en-US" dirty="0"/>
          </a:p>
        </p:txBody>
      </p:sp>
      <p:sp>
        <p:nvSpPr>
          <p:cNvPr id="26" name="Text Placeholder 17">
            <a:extLst>
              <a:ext uri="{FF2B5EF4-FFF2-40B4-BE49-F238E27FC236}">
                <a16:creationId xmlns:a16="http://schemas.microsoft.com/office/drawing/2014/main" id="{73000E82-13F5-FC9F-735A-AFC6EA636346}"/>
              </a:ext>
            </a:extLst>
          </p:cNvPr>
          <p:cNvSpPr>
            <a:spLocks noGrp="1"/>
          </p:cNvSpPr>
          <p:nvPr>
            <p:ph type="body" sz="quarter" idx="99" hasCustomPrompt="1"/>
          </p:nvPr>
        </p:nvSpPr>
        <p:spPr>
          <a:xfrm>
            <a:off x="1942297" y="3688077"/>
            <a:ext cx="1588161" cy="998224"/>
          </a:xfrm>
          <a:prstGeom prst="rect">
            <a:avLst/>
          </a:prstGeom>
          <a:noFill/>
          <a:ln>
            <a:noFill/>
          </a:ln>
        </p:spPr>
        <p:txBody>
          <a:bodyPr tIns="90000"/>
          <a:lstStyle>
            <a:lvl1pPr>
              <a:buClr>
                <a:schemeClr val="accent1"/>
              </a:buClr>
              <a:defRPr sz="1050"/>
            </a:lvl1pPr>
            <a:lvl2pPr marL="342900" indent="0">
              <a:buClr>
                <a:schemeClr val="accent2"/>
              </a:buClr>
              <a:buFont typeface="Courier New" panose="02070309020205020404" pitchFamily="49" charset="0"/>
              <a:buNone/>
              <a:defRPr lang="en-US" sz="105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0">
              <a:buClr>
                <a:schemeClr val="accent1"/>
              </a:buClr>
              <a:buFont typeface="Wingdings" panose="05000000000000000000" pitchFamily="2" charset="2"/>
              <a:buNone/>
              <a:defRPr sz="1000"/>
            </a:lvl3pPr>
            <a:lvl4pPr>
              <a:buClr>
                <a:schemeClr val="accent1"/>
              </a:buClr>
              <a:defRPr sz="1000"/>
            </a:lvl4pPr>
            <a:lvl5pPr>
              <a:buClr>
                <a:schemeClr val="accent1"/>
              </a:buClr>
              <a:defRPr sz="1000"/>
            </a:lvl5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IN" dirty="0"/>
              <a:t>This can be used as either bullets/ paragraph</a:t>
            </a:r>
          </a:p>
          <a:p>
            <a:pPr lvl="0"/>
            <a:r>
              <a:rPr lang="en-US" dirty="0"/>
              <a:t>Level 1</a:t>
            </a:r>
          </a:p>
          <a:p>
            <a:pPr marL="514350" lvl="1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Clr>
                <a:schemeClr val="accent2"/>
              </a:buClr>
              <a:buFont typeface="Courier New" panose="02070309020205020404" pitchFamily="49" charset="0"/>
              <a:buChar char="o"/>
            </a:pPr>
            <a:r>
              <a:rPr lang="en-US" dirty="0"/>
              <a:t>Level 2</a:t>
            </a:r>
          </a:p>
          <a:p>
            <a:pPr lvl="2"/>
            <a:endParaRPr lang="en-US" dirty="0"/>
          </a:p>
        </p:txBody>
      </p:sp>
      <p:sp>
        <p:nvSpPr>
          <p:cNvPr id="27" name="Text Placeholder 17">
            <a:extLst>
              <a:ext uri="{FF2B5EF4-FFF2-40B4-BE49-F238E27FC236}">
                <a16:creationId xmlns:a16="http://schemas.microsoft.com/office/drawing/2014/main" id="{F189D7DC-28C0-623C-B11B-BEAFE7E50503}"/>
              </a:ext>
            </a:extLst>
          </p:cNvPr>
          <p:cNvSpPr>
            <a:spLocks noGrp="1"/>
          </p:cNvSpPr>
          <p:nvPr>
            <p:ph type="body" sz="quarter" idx="100" hasCustomPrompt="1"/>
          </p:nvPr>
        </p:nvSpPr>
        <p:spPr>
          <a:xfrm>
            <a:off x="3674747" y="3688077"/>
            <a:ext cx="1588161" cy="998224"/>
          </a:xfrm>
          <a:prstGeom prst="rect">
            <a:avLst/>
          </a:prstGeom>
          <a:noFill/>
          <a:ln>
            <a:noFill/>
          </a:ln>
        </p:spPr>
        <p:txBody>
          <a:bodyPr tIns="90000"/>
          <a:lstStyle>
            <a:lvl1pPr>
              <a:buClr>
                <a:schemeClr val="accent1"/>
              </a:buClr>
              <a:defRPr sz="1050"/>
            </a:lvl1pPr>
            <a:lvl2pPr marL="342900" indent="0">
              <a:buClr>
                <a:schemeClr val="accent2"/>
              </a:buClr>
              <a:buFont typeface="Courier New" panose="02070309020205020404" pitchFamily="49" charset="0"/>
              <a:buNone/>
              <a:defRPr lang="en-US" sz="105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0">
              <a:buClr>
                <a:schemeClr val="accent1"/>
              </a:buClr>
              <a:buFont typeface="Wingdings" panose="05000000000000000000" pitchFamily="2" charset="2"/>
              <a:buNone/>
              <a:defRPr sz="1000"/>
            </a:lvl3pPr>
            <a:lvl4pPr>
              <a:buClr>
                <a:schemeClr val="accent1"/>
              </a:buClr>
              <a:defRPr sz="1000"/>
            </a:lvl4pPr>
            <a:lvl5pPr>
              <a:buClr>
                <a:schemeClr val="accent1"/>
              </a:buClr>
              <a:defRPr sz="1000"/>
            </a:lvl5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IN" dirty="0"/>
              <a:t>This can be used as either bullets/ paragraph</a:t>
            </a:r>
          </a:p>
          <a:p>
            <a:pPr lvl="0"/>
            <a:r>
              <a:rPr lang="en-US" dirty="0"/>
              <a:t>Level 1</a:t>
            </a:r>
          </a:p>
          <a:p>
            <a:pPr marL="514350" lvl="1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Clr>
                <a:schemeClr val="accent2"/>
              </a:buClr>
              <a:buFont typeface="Courier New" panose="02070309020205020404" pitchFamily="49" charset="0"/>
              <a:buChar char="o"/>
            </a:pPr>
            <a:r>
              <a:rPr lang="en-US" dirty="0"/>
              <a:t>Level 2</a:t>
            </a:r>
          </a:p>
          <a:p>
            <a:pPr lvl="2"/>
            <a:endParaRPr lang="en-US" dirty="0"/>
          </a:p>
        </p:txBody>
      </p:sp>
      <p:sp>
        <p:nvSpPr>
          <p:cNvPr id="28" name="Text Placeholder 17">
            <a:extLst>
              <a:ext uri="{FF2B5EF4-FFF2-40B4-BE49-F238E27FC236}">
                <a16:creationId xmlns:a16="http://schemas.microsoft.com/office/drawing/2014/main" id="{8F8C20F2-535F-90DA-CD94-0B6A281BB0DA}"/>
              </a:ext>
            </a:extLst>
          </p:cNvPr>
          <p:cNvSpPr>
            <a:spLocks noGrp="1"/>
          </p:cNvSpPr>
          <p:nvPr>
            <p:ph type="body" sz="quarter" idx="101" hasCustomPrompt="1"/>
          </p:nvPr>
        </p:nvSpPr>
        <p:spPr>
          <a:xfrm>
            <a:off x="5392797" y="3688077"/>
            <a:ext cx="1588161" cy="998224"/>
          </a:xfrm>
          <a:prstGeom prst="rect">
            <a:avLst/>
          </a:prstGeom>
          <a:noFill/>
          <a:ln>
            <a:noFill/>
          </a:ln>
        </p:spPr>
        <p:txBody>
          <a:bodyPr tIns="90000"/>
          <a:lstStyle>
            <a:lvl1pPr>
              <a:buClr>
                <a:schemeClr val="accent1"/>
              </a:buClr>
              <a:defRPr sz="1050"/>
            </a:lvl1pPr>
            <a:lvl2pPr marL="342900" indent="0">
              <a:buClr>
                <a:schemeClr val="accent2"/>
              </a:buClr>
              <a:buFont typeface="Courier New" panose="02070309020205020404" pitchFamily="49" charset="0"/>
              <a:buNone/>
              <a:defRPr lang="en-US" sz="105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0">
              <a:buClr>
                <a:schemeClr val="accent1"/>
              </a:buClr>
              <a:buFont typeface="Wingdings" panose="05000000000000000000" pitchFamily="2" charset="2"/>
              <a:buNone/>
              <a:defRPr sz="1000"/>
            </a:lvl3pPr>
            <a:lvl4pPr>
              <a:buClr>
                <a:schemeClr val="accent1"/>
              </a:buClr>
              <a:defRPr sz="1000"/>
            </a:lvl4pPr>
            <a:lvl5pPr>
              <a:buClr>
                <a:schemeClr val="accent1"/>
              </a:buClr>
              <a:defRPr sz="1000"/>
            </a:lvl5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IN" dirty="0"/>
              <a:t>This can be used as either bullets/ paragraph</a:t>
            </a:r>
          </a:p>
          <a:p>
            <a:pPr lvl="0"/>
            <a:r>
              <a:rPr lang="en-US" dirty="0"/>
              <a:t>Level 1</a:t>
            </a:r>
          </a:p>
          <a:p>
            <a:pPr marL="514350" lvl="1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Clr>
                <a:schemeClr val="accent2"/>
              </a:buClr>
              <a:buFont typeface="Courier New" panose="02070309020205020404" pitchFamily="49" charset="0"/>
              <a:buChar char="o"/>
            </a:pPr>
            <a:r>
              <a:rPr lang="en-US" dirty="0"/>
              <a:t>Level 2</a:t>
            </a:r>
          </a:p>
          <a:p>
            <a:pPr lvl="2"/>
            <a:endParaRPr lang="en-US" dirty="0"/>
          </a:p>
        </p:txBody>
      </p:sp>
      <p:sp>
        <p:nvSpPr>
          <p:cNvPr id="30" name="Text Placeholder 17">
            <a:extLst>
              <a:ext uri="{FF2B5EF4-FFF2-40B4-BE49-F238E27FC236}">
                <a16:creationId xmlns:a16="http://schemas.microsoft.com/office/drawing/2014/main" id="{6F9C36A2-56A3-B7BB-774C-4277A055AEE6}"/>
              </a:ext>
            </a:extLst>
          </p:cNvPr>
          <p:cNvSpPr>
            <a:spLocks noGrp="1"/>
          </p:cNvSpPr>
          <p:nvPr>
            <p:ph type="body" sz="quarter" idx="102" hasCustomPrompt="1"/>
          </p:nvPr>
        </p:nvSpPr>
        <p:spPr>
          <a:xfrm>
            <a:off x="7110846" y="3688077"/>
            <a:ext cx="1588161" cy="998224"/>
          </a:xfrm>
          <a:prstGeom prst="rect">
            <a:avLst/>
          </a:prstGeom>
          <a:noFill/>
          <a:ln>
            <a:noFill/>
          </a:ln>
        </p:spPr>
        <p:txBody>
          <a:bodyPr tIns="90000"/>
          <a:lstStyle>
            <a:lvl1pPr>
              <a:buClr>
                <a:schemeClr val="accent1"/>
              </a:buClr>
              <a:defRPr sz="1050"/>
            </a:lvl1pPr>
            <a:lvl2pPr marL="342900" indent="0">
              <a:buClr>
                <a:schemeClr val="accent2"/>
              </a:buClr>
              <a:buFont typeface="Courier New" panose="02070309020205020404" pitchFamily="49" charset="0"/>
              <a:buNone/>
              <a:defRPr lang="en-US" sz="105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0">
              <a:buClr>
                <a:schemeClr val="accent1"/>
              </a:buClr>
              <a:buFont typeface="Wingdings" panose="05000000000000000000" pitchFamily="2" charset="2"/>
              <a:buNone/>
              <a:defRPr sz="1000"/>
            </a:lvl3pPr>
            <a:lvl4pPr>
              <a:buClr>
                <a:schemeClr val="accent1"/>
              </a:buClr>
              <a:defRPr sz="1000"/>
            </a:lvl4pPr>
            <a:lvl5pPr>
              <a:buClr>
                <a:schemeClr val="accent1"/>
              </a:buClr>
              <a:defRPr sz="1000"/>
            </a:lvl5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IN" dirty="0"/>
              <a:t>This can be used as either bullets/ paragraph</a:t>
            </a:r>
          </a:p>
          <a:p>
            <a:pPr lvl="0"/>
            <a:r>
              <a:rPr lang="en-US" dirty="0"/>
              <a:t>Level 1</a:t>
            </a:r>
          </a:p>
          <a:p>
            <a:pPr marL="514350" lvl="1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Clr>
                <a:schemeClr val="accent2"/>
              </a:buClr>
              <a:buFont typeface="Courier New" panose="02070309020205020404" pitchFamily="49" charset="0"/>
              <a:buChar char="o"/>
            </a:pPr>
            <a:r>
              <a:rPr lang="en-US" dirty="0"/>
              <a:t>Level 2</a:t>
            </a:r>
          </a:p>
          <a:p>
            <a:pPr lvl="2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692918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" name="Graphic 39">
            <a:extLst>
              <a:ext uri="{FF2B5EF4-FFF2-40B4-BE49-F238E27FC236}">
                <a16:creationId xmlns:a16="http://schemas.microsoft.com/office/drawing/2014/main" id="{8AD7A2C5-3AFD-BD14-FBE8-6FC06CE813DF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358187" y="-1"/>
            <a:ext cx="785814" cy="785814"/>
          </a:xfrm>
          <a:prstGeom prst="rect">
            <a:avLst/>
          </a:prstGeom>
        </p:spPr>
      </p:pic>
      <p:sp>
        <p:nvSpPr>
          <p:cNvPr id="41" name="Title 1">
            <a:extLst>
              <a:ext uri="{FF2B5EF4-FFF2-40B4-BE49-F238E27FC236}">
                <a16:creationId xmlns:a16="http://schemas.microsoft.com/office/drawing/2014/main" id="{AFB6BCFC-BCB7-00CE-16CF-0A944EB59FE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4247" y="188464"/>
            <a:ext cx="8133940" cy="461665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400" b="0" i="0">
                <a:solidFill>
                  <a:schemeClr val="accent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en-IN" dirty="0"/>
              <a:t>Timeline slide</a:t>
            </a:r>
            <a:endParaRPr lang="en-US" dirty="0"/>
          </a:p>
        </p:txBody>
      </p:sp>
      <p:sp>
        <p:nvSpPr>
          <p:cNvPr id="2" name="Slide Number Placeholder 6">
            <a:extLst>
              <a:ext uri="{FF2B5EF4-FFF2-40B4-BE49-F238E27FC236}">
                <a16:creationId xmlns:a16="http://schemas.microsoft.com/office/drawing/2014/main" id="{40DD81E1-B82A-80AB-9808-54DCEEDADD8C}"/>
              </a:ext>
            </a:extLst>
          </p:cNvPr>
          <p:cNvSpPr txBox="1">
            <a:spLocks/>
          </p:cNvSpPr>
          <p:nvPr userDrawn="1"/>
        </p:nvSpPr>
        <p:spPr>
          <a:xfrm>
            <a:off x="58948" y="4831563"/>
            <a:ext cx="360098" cy="273844"/>
          </a:xfrm>
          <a:prstGeom prst="rect">
            <a:avLst/>
          </a:prstGeom>
        </p:spPr>
        <p:txBody>
          <a:bodyPr vert="horz" lIns="68580" tIns="34290" rIns="68580" bIns="34290" rtlCol="0" anchor="ctr"/>
          <a:lstStyle>
            <a:defPPr>
              <a:defRPr lang="en-US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2B60C70C-E473-9E49-863B-88FCC598397C}" type="slidenum">
              <a:rPr lang="en-US" sz="1000" smtClean="0">
                <a:solidFill>
                  <a:srgbClr val="EB262A"/>
                </a:solidFill>
              </a:rPr>
              <a:pPr algn="ctr"/>
              <a:t>‹#›</a:t>
            </a:fld>
            <a:endParaRPr lang="en-US" sz="1000" dirty="0">
              <a:solidFill>
                <a:srgbClr val="EB262A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ECC3627A-AC3F-EB4B-1886-E3B8EFC1BFF9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38351" y="4865781"/>
            <a:ext cx="797806" cy="216000"/>
          </a:xfrm>
          <a:prstGeom prst="rect">
            <a:avLst/>
          </a:prstGeom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617FD976-FCF7-9D5C-7905-279BE86F2CBF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609" r="21970" b="-6351"/>
          <a:stretch/>
        </p:blipFill>
        <p:spPr>
          <a:xfrm>
            <a:off x="490996" y="4869686"/>
            <a:ext cx="7686676" cy="197599"/>
          </a:xfrm>
          <a:prstGeom prst="rect">
            <a:avLst/>
          </a:prstGeom>
        </p:spPr>
      </p:pic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41B0EB66-0522-4032-FEE2-0A433376AC8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30317" y="1896527"/>
            <a:ext cx="870612" cy="355252"/>
          </a:xfrm>
          <a:prstGeom prst="rect">
            <a:avLst/>
          </a:prstGeom>
          <a:solidFill>
            <a:schemeClr val="accent1"/>
          </a:solidFill>
        </p:spPr>
        <p:txBody>
          <a:bodyPr anchor="ctr"/>
          <a:lstStyle>
            <a:lvl1pPr marL="0" indent="0" algn="ctr">
              <a:buNone/>
              <a:defRPr sz="1400">
                <a:solidFill>
                  <a:schemeClr val="bg2"/>
                </a:solidFill>
              </a:defRPr>
            </a:lvl1pPr>
            <a:lvl2pPr marL="342900" indent="0">
              <a:buNone/>
              <a:defRPr sz="2000"/>
            </a:lvl2pPr>
            <a:lvl3pPr marL="685800" indent="0">
              <a:buNone/>
              <a:defRPr sz="1600"/>
            </a:lvl3pPr>
            <a:lvl4pPr marL="1028700" indent="0">
              <a:buNone/>
              <a:defRPr sz="1400"/>
            </a:lvl4pPr>
            <a:lvl5pPr marL="1371600" indent="0">
              <a:buNone/>
              <a:defRPr sz="1400"/>
            </a:lvl5pPr>
          </a:lstStyle>
          <a:p>
            <a:pPr lvl="0"/>
            <a:r>
              <a:rPr lang="en-US" dirty="0"/>
              <a:t>Year 1</a:t>
            </a:r>
            <a:endParaRPr lang="en-IN" dirty="0"/>
          </a:p>
        </p:txBody>
      </p:sp>
      <p:sp>
        <p:nvSpPr>
          <p:cNvPr id="12" name="Text Placeholder 10">
            <a:extLst>
              <a:ext uri="{FF2B5EF4-FFF2-40B4-BE49-F238E27FC236}">
                <a16:creationId xmlns:a16="http://schemas.microsoft.com/office/drawing/2014/main" id="{131B332E-9FBE-1D51-D531-5E20559B1B4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 flipV="1">
            <a:off x="0" y="2387477"/>
            <a:ext cx="9144000" cy="0"/>
          </a:xfrm>
          <a:prstGeom prst="rect">
            <a:avLst/>
          </a:prstGeom>
          <a:ln>
            <a:solidFill>
              <a:schemeClr val="accent2"/>
            </a:solidFill>
          </a:ln>
        </p:spPr>
        <p:txBody>
          <a:bodyPr anchor="ctr"/>
          <a:lstStyle>
            <a:lvl1pPr marL="0" indent="0" algn="ctr">
              <a:buNone/>
              <a:defRPr sz="100">
                <a:solidFill>
                  <a:schemeClr val="accent2"/>
                </a:solidFill>
              </a:defRPr>
            </a:lvl1pPr>
            <a:lvl2pPr marL="342900" indent="0">
              <a:buNone/>
              <a:defRPr sz="2000"/>
            </a:lvl2pPr>
            <a:lvl3pPr marL="685800" indent="0">
              <a:buNone/>
              <a:defRPr sz="1600"/>
            </a:lvl3pPr>
            <a:lvl4pPr marL="1028700" indent="0">
              <a:buNone/>
              <a:defRPr sz="1400"/>
            </a:lvl4pPr>
            <a:lvl5pPr marL="1371600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0">
            <a:extLst>
              <a:ext uri="{FF2B5EF4-FFF2-40B4-BE49-F238E27FC236}">
                <a16:creationId xmlns:a16="http://schemas.microsoft.com/office/drawing/2014/main" id="{4CA9EE41-36FC-360B-EC3D-E24CB5BD9E30}"/>
              </a:ext>
            </a:extLst>
          </p:cNvPr>
          <p:cNvSpPr>
            <a:spLocks noGrp="1" noChangeAspect="1"/>
          </p:cNvSpPr>
          <p:nvPr>
            <p:ph type="body" sz="quarter" idx="18" hasCustomPrompt="1"/>
          </p:nvPr>
        </p:nvSpPr>
        <p:spPr>
          <a:xfrm>
            <a:off x="811623" y="2333478"/>
            <a:ext cx="108000" cy="108000"/>
          </a:xfrm>
          <a:prstGeom prst="ellipse">
            <a:avLst/>
          </a:prstGeom>
          <a:solidFill>
            <a:schemeClr val="accent1"/>
          </a:solidFill>
        </p:spPr>
        <p:txBody>
          <a:bodyPr anchor="ctr"/>
          <a:lstStyle>
            <a:lvl1pPr marL="0" indent="0" algn="ctr">
              <a:buNone/>
              <a:defRPr sz="100">
                <a:solidFill>
                  <a:schemeClr val="accent1"/>
                </a:solidFill>
              </a:defRPr>
            </a:lvl1pPr>
            <a:lvl2pPr marL="342900" indent="0">
              <a:buNone/>
              <a:defRPr sz="2000"/>
            </a:lvl2pPr>
            <a:lvl3pPr marL="685800" indent="0">
              <a:buNone/>
              <a:defRPr sz="1600"/>
            </a:lvl3pPr>
            <a:lvl4pPr marL="1028700" indent="0">
              <a:buNone/>
              <a:defRPr sz="1400"/>
            </a:lvl4pPr>
            <a:lvl5pPr marL="1371600" indent="0">
              <a:buNone/>
              <a:defRPr sz="1400"/>
            </a:lvl5pPr>
          </a:lstStyle>
          <a:p>
            <a:pPr lvl="0"/>
            <a:r>
              <a:rPr lang="en-US" dirty="0"/>
              <a:t>Year 1</a:t>
            </a:r>
            <a:endParaRPr lang="en-IN" dirty="0"/>
          </a:p>
        </p:txBody>
      </p:sp>
      <p:sp>
        <p:nvSpPr>
          <p:cNvPr id="21" name="Text Placeholder 10">
            <a:extLst>
              <a:ext uri="{FF2B5EF4-FFF2-40B4-BE49-F238E27FC236}">
                <a16:creationId xmlns:a16="http://schemas.microsoft.com/office/drawing/2014/main" id="{1C42EDDF-E906-63AD-02ED-B9943412004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 flipH="1">
            <a:off x="870703" y="2519147"/>
            <a:ext cx="0" cy="36000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3"/>
            </a:solidFill>
          </a:ln>
        </p:spPr>
        <p:txBody>
          <a:bodyPr anchor="ctr"/>
          <a:lstStyle>
            <a:lvl1pPr marL="0" indent="0" algn="ctr">
              <a:buNone/>
              <a:defRPr sz="100">
                <a:noFill/>
              </a:defRPr>
            </a:lvl1pPr>
            <a:lvl2pPr marL="342900" indent="0">
              <a:buNone/>
              <a:defRPr sz="2000"/>
            </a:lvl2pPr>
            <a:lvl3pPr marL="685800" indent="0">
              <a:buNone/>
              <a:defRPr sz="1600"/>
            </a:lvl3pPr>
            <a:lvl4pPr marL="1028700" indent="0">
              <a:buNone/>
              <a:defRPr sz="1400"/>
            </a:lvl4pPr>
            <a:lvl5pPr marL="1371600" indent="0">
              <a:buNone/>
              <a:defRPr sz="1400"/>
            </a:lvl5pPr>
          </a:lstStyle>
          <a:p>
            <a:pPr lvl="0"/>
            <a:r>
              <a:rPr lang="en-US" dirty="0"/>
              <a:t>1</a:t>
            </a:r>
            <a:endParaRPr lang="en-IN" dirty="0"/>
          </a:p>
        </p:txBody>
      </p:sp>
      <p:sp>
        <p:nvSpPr>
          <p:cNvPr id="22" name="Text Placeholder 17">
            <a:extLst>
              <a:ext uri="{FF2B5EF4-FFF2-40B4-BE49-F238E27FC236}">
                <a16:creationId xmlns:a16="http://schemas.microsoft.com/office/drawing/2014/main" id="{471D7D79-7092-D17C-AEAC-B2C73C6CDBA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30317" y="2929955"/>
            <a:ext cx="1456080" cy="1642028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tIns="90000"/>
          <a:lstStyle>
            <a:lvl1pPr>
              <a:buClr>
                <a:schemeClr val="accent1"/>
              </a:buClr>
              <a:defRPr sz="1050"/>
            </a:lvl1pPr>
            <a:lvl2pPr marL="514350" indent="-171450">
              <a:buClr>
                <a:schemeClr val="accent2"/>
              </a:buClr>
              <a:buFont typeface="Courier New" panose="02070309020205020404" pitchFamily="49" charset="0"/>
              <a:buChar char="o"/>
              <a:defRPr sz="1050"/>
            </a:lvl2pPr>
            <a:lvl3pPr marL="857250" indent="-171450">
              <a:buClr>
                <a:schemeClr val="accent1"/>
              </a:buClr>
              <a:buFont typeface="Wingdings" panose="05000000000000000000" pitchFamily="2" charset="2"/>
              <a:buChar char="§"/>
              <a:defRPr sz="1000"/>
            </a:lvl3pPr>
            <a:lvl4pPr>
              <a:buClr>
                <a:schemeClr val="accent1"/>
              </a:buClr>
              <a:defRPr sz="1000"/>
            </a:lvl4pPr>
            <a:lvl5pPr>
              <a:buClr>
                <a:schemeClr val="accent1"/>
              </a:buClr>
              <a:defRPr sz="1000"/>
            </a:lvl5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IN" dirty="0"/>
              <a:t>This can be used as either bullets/ paragraph</a:t>
            </a:r>
          </a:p>
          <a:p>
            <a:pPr lvl="0"/>
            <a:r>
              <a:rPr lang="en-US" dirty="0"/>
              <a:t>Level 1</a:t>
            </a:r>
          </a:p>
          <a:p>
            <a:pPr lvl="1"/>
            <a:r>
              <a:rPr lang="en-US" dirty="0"/>
              <a:t>Level 2</a:t>
            </a:r>
          </a:p>
          <a:p>
            <a:pPr lvl="2"/>
            <a:r>
              <a:rPr lang="en-US" dirty="0"/>
              <a:t>Level 3</a:t>
            </a:r>
          </a:p>
        </p:txBody>
      </p:sp>
      <p:sp>
        <p:nvSpPr>
          <p:cNvPr id="23" name="Text Placeholder 10">
            <a:extLst>
              <a:ext uri="{FF2B5EF4-FFF2-40B4-BE49-F238E27FC236}">
                <a16:creationId xmlns:a16="http://schemas.microsoft.com/office/drawing/2014/main" id="{A841C910-A4F6-2D92-A0D3-74284DE5F417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2137640" y="1896527"/>
            <a:ext cx="870612" cy="355252"/>
          </a:xfrm>
          <a:prstGeom prst="rect">
            <a:avLst/>
          </a:prstGeom>
          <a:solidFill>
            <a:schemeClr val="accent1"/>
          </a:solidFill>
        </p:spPr>
        <p:txBody>
          <a:bodyPr anchor="ctr"/>
          <a:lstStyle>
            <a:lvl1pPr marL="0" indent="0" algn="ctr">
              <a:buNone/>
              <a:defRPr sz="1400">
                <a:solidFill>
                  <a:schemeClr val="bg2"/>
                </a:solidFill>
              </a:defRPr>
            </a:lvl1pPr>
            <a:lvl2pPr marL="342900" indent="0">
              <a:buNone/>
              <a:defRPr sz="2000"/>
            </a:lvl2pPr>
            <a:lvl3pPr marL="685800" indent="0">
              <a:buNone/>
              <a:defRPr sz="1600"/>
            </a:lvl3pPr>
            <a:lvl4pPr marL="1028700" indent="0">
              <a:buNone/>
              <a:defRPr sz="1400"/>
            </a:lvl4pPr>
            <a:lvl5pPr marL="1371600" indent="0">
              <a:buNone/>
              <a:defRPr sz="1400"/>
            </a:lvl5pPr>
          </a:lstStyle>
          <a:p>
            <a:pPr lvl="0"/>
            <a:r>
              <a:rPr lang="en-US" dirty="0"/>
              <a:t>Year 2</a:t>
            </a:r>
            <a:endParaRPr lang="en-IN" dirty="0"/>
          </a:p>
        </p:txBody>
      </p:sp>
      <p:sp>
        <p:nvSpPr>
          <p:cNvPr id="24" name="Text Placeholder 10">
            <a:extLst>
              <a:ext uri="{FF2B5EF4-FFF2-40B4-BE49-F238E27FC236}">
                <a16:creationId xmlns:a16="http://schemas.microsoft.com/office/drawing/2014/main" id="{7EB59FAE-9ADC-6DEA-8E1A-C23A27194EBA}"/>
              </a:ext>
            </a:extLst>
          </p:cNvPr>
          <p:cNvSpPr>
            <a:spLocks noGrp="1" noChangeAspect="1"/>
          </p:cNvSpPr>
          <p:nvPr>
            <p:ph type="body" sz="quarter" idx="28" hasCustomPrompt="1"/>
          </p:nvPr>
        </p:nvSpPr>
        <p:spPr>
          <a:xfrm>
            <a:off x="2518946" y="2333478"/>
            <a:ext cx="108000" cy="108000"/>
          </a:xfrm>
          <a:prstGeom prst="ellipse">
            <a:avLst/>
          </a:prstGeom>
          <a:solidFill>
            <a:schemeClr val="accent1"/>
          </a:solidFill>
        </p:spPr>
        <p:txBody>
          <a:bodyPr anchor="ctr"/>
          <a:lstStyle>
            <a:lvl1pPr marL="0" indent="0" algn="ctr">
              <a:buNone/>
              <a:defRPr sz="100">
                <a:solidFill>
                  <a:schemeClr val="accent1"/>
                </a:solidFill>
              </a:defRPr>
            </a:lvl1pPr>
            <a:lvl2pPr marL="342900" indent="0">
              <a:buNone/>
              <a:defRPr sz="2000"/>
            </a:lvl2pPr>
            <a:lvl3pPr marL="685800" indent="0">
              <a:buNone/>
              <a:defRPr sz="1600"/>
            </a:lvl3pPr>
            <a:lvl4pPr marL="1028700" indent="0">
              <a:buNone/>
              <a:defRPr sz="1400"/>
            </a:lvl4pPr>
            <a:lvl5pPr marL="1371600" indent="0">
              <a:buNone/>
              <a:defRPr sz="1400"/>
            </a:lvl5pPr>
          </a:lstStyle>
          <a:p>
            <a:pPr lvl="0"/>
            <a:r>
              <a:rPr lang="en-US" dirty="0"/>
              <a:t>Year 1</a:t>
            </a:r>
            <a:endParaRPr lang="en-IN" dirty="0"/>
          </a:p>
        </p:txBody>
      </p:sp>
      <p:sp>
        <p:nvSpPr>
          <p:cNvPr id="25" name="Text Placeholder 10">
            <a:extLst>
              <a:ext uri="{FF2B5EF4-FFF2-40B4-BE49-F238E27FC236}">
                <a16:creationId xmlns:a16="http://schemas.microsoft.com/office/drawing/2014/main" id="{1DC571A3-3839-1E20-07B5-23F6D9C2D9EF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 flipH="1">
            <a:off x="2578026" y="2519147"/>
            <a:ext cx="0" cy="36000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3"/>
            </a:solidFill>
          </a:ln>
        </p:spPr>
        <p:txBody>
          <a:bodyPr anchor="ctr"/>
          <a:lstStyle>
            <a:lvl1pPr marL="0" indent="0" algn="ctr">
              <a:buNone/>
              <a:defRPr sz="100">
                <a:noFill/>
              </a:defRPr>
            </a:lvl1pPr>
            <a:lvl2pPr marL="342900" indent="0">
              <a:buNone/>
              <a:defRPr sz="2000"/>
            </a:lvl2pPr>
            <a:lvl3pPr marL="685800" indent="0">
              <a:buNone/>
              <a:defRPr sz="1600"/>
            </a:lvl3pPr>
            <a:lvl4pPr marL="1028700" indent="0">
              <a:buNone/>
              <a:defRPr sz="1400"/>
            </a:lvl4pPr>
            <a:lvl5pPr marL="1371600" indent="0">
              <a:buNone/>
              <a:defRPr sz="1400"/>
            </a:lvl5pPr>
          </a:lstStyle>
          <a:p>
            <a:pPr lvl="0"/>
            <a:r>
              <a:rPr lang="en-US" dirty="0"/>
              <a:t>1</a:t>
            </a:r>
            <a:endParaRPr lang="en-IN" dirty="0"/>
          </a:p>
        </p:txBody>
      </p:sp>
      <p:sp>
        <p:nvSpPr>
          <p:cNvPr id="26" name="Text Placeholder 17">
            <a:extLst>
              <a:ext uri="{FF2B5EF4-FFF2-40B4-BE49-F238E27FC236}">
                <a16:creationId xmlns:a16="http://schemas.microsoft.com/office/drawing/2014/main" id="{D08704CE-EAC5-C9E0-19AC-1DC1477E6E38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2140710" y="2929955"/>
            <a:ext cx="1456080" cy="1642028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tIns="90000"/>
          <a:lstStyle>
            <a:lvl1pPr>
              <a:buClr>
                <a:schemeClr val="accent1"/>
              </a:buClr>
              <a:defRPr sz="1050"/>
            </a:lvl1pPr>
            <a:lvl2pPr marL="514350" indent="-171450">
              <a:buClr>
                <a:schemeClr val="accent2"/>
              </a:buClr>
              <a:buFont typeface="Courier New" panose="02070309020205020404" pitchFamily="49" charset="0"/>
              <a:buChar char="o"/>
              <a:defRPr sz="1050"/>
            </a:lvl2pPr>
            <a:lvl3pPr marL="857250" indent="-171450">
              <a:buClr>
                <a:schemeClr val="accent1"/>
              </a:buClr>
              <a:buFont typeface="Wingdings" panose="05000000000000000000" pitchFamily="2" charset="2"/>
              <a:buChar char="§"/>
              <a:defRPr sz="1000"/>
            </a:lvl3pPr>
            <a:lvl4pPr>
              <a:buClr>
                <a:schemeClr val="accent1"/>
              </a:buClr>
              <a:defRPr sz="1000"/>
            </a:lvl4pPr>
            <a:lvl5pPr>
              <a:buClr>
                <a:schemeClr val="accent1"/>
              </a:buClr>
              <a:defRPr sz="1000"/>
            </a:lvl5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IN" dirty="0"/>
              <a:t>This can be used as either bullets/ paragraph</a:t>
            </a:r>
          </a:p>
          <a:p>
            <a:pPr lvl="0"/>
            <a:r>
              <a:rPr lang="en-US" dirty="0"/>
              <a:t>Level 1</a:t>
            </a:r>
          </a:p>
          <a:p>
            <a:pPr lvl="1"/>
            <a:r>
              <a:rPr lang="en-US" dirty="0"/>
              <a:t>Level 2</a:t>
            </a:r>
          </a:p>
          <a:p>
            <a:pPr lvl="2"/>
            <a:r>
              <a:rPr lang="en-US" dirty="0"/>
              <a:t>Level 3</a:t>
            </a:r>
          </a:p>
        </p:txBody>
      </p:sp>
      <p:sp>
        <p:nvSpPr>
          <p:cNvPr id="27" name="Text Placeholder 10">
            <a:extLst>
              <a:ext uri="{FF2B5EF4-FFF2-40B4-BE49-F238E27FC236}">
                <a16:creationId xmlns:a16="http://schemas.microsoft.com/office/drawing/2014/main" id="{69DD7F9F-9367-06E1-1F1F-EB6EC1B2F8B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851104" y="1896527"/>
            <a:ext cx="870612" cy="355252"/>
          </a:xfrm>
          <a:prstGeom prst="rect">
            <a:avLst/>
          </a:prstGeom>
          <a:solidFill>
            <a:schemeClr val="accent1"/>
          </a:solidFill>
        </p:spPr>
        <p:txBody>
          <a:bodyPr anchor="ctr"/>
          <a:lstStyle>
            <a:lvl1pPr marL="0" indent="0" algn="ctr">
              <a:buNone/>
              <a:defRPr sz="1400">
                <a:solidFill>
                  <a:schemeClr val="bg2"/>
                </a:solidFill>
              </a:defRPr>
            </a:lvl1pPr>
            <a:lvl2pPr marL="342900" indent="0">
              <a:buNone/>
              <a:defRPr sz="2000"/>
            </a:lvl2pPr>
            <a:lvl3pPr marL="685800" indent="0">
              <a:buNone/>
              <a:defRPr sz="1600"/>
            </a:lvl3pPr>
            <a:lvl4pPr marL="1028700" indent="0">
              <a:buNone/>
              <a:defRPr sz="1400"/>
            </a:lvl4pPr>
            <a:lvl5pPr marL="1371600" indent="0">
              <a:buNone/>
              <a:defRPr sz="1400"/>
            </a:lvl5pPr>
          </a:lstStyle>
          <a:p>
            <a:pPr lvl="0"/>
            <a:r>
              <a:rPr lang="en-US" dirty="0"/>
              <a:t>Year 3</a:t>
            </a:r>
            <a:endParaRPr lang="en-IN" dirty="0"/>
          </a:p>
        </p:txBody>
      </p:sp>
      <p:sp>
        <p:nvSpPr>
          <p:cNvPr id="28" name="Text Placeholder 10">
            <a:extLst>
              <a:ext uri="{FF2B5EF4-FFF2-40B4-BE49-F238E27FC236}">
                <a16:creationId xmlns:a16="http://schemas.microsoft.com/office/drawing/2014/main" id="{CB625BE2-3A79-10C0-9DE0-225943BC0443}"/>
              </a:ext>
            </a:extLst>
          </p:cNvPr>
          <p:cNvSpPr>
            <a:spLocks noGrp="1" noChangeAspect="1"/>
          </p:cNvSpPr>
          <p:nvPr>
            <p:ph type="body" sz="quarter" idx="32" hasCustomPrompt="1"/>
          </p:nvPr>
        </p:nvSpPr>
        <p:spPr>
          <a:xfrm>
            <a:off x="4232410" y="2333478"/>
            <a:ext cx="108000" cy="108000"/>
          </a:xfrm>
          <a:prstGeom prst="ellipse">
            <a:avLst/>
          </a:prstGeom>
          <a:solidFill>
            <a:schemeClr val="accent1"/>
          </a:solidFill>
        </p:spPr>
        <p:txBody>
          <a:bodyPr anchor="ctr"/>
          <a:lstStyle>
            <a:lvl1pPr marL="0" indent="0" algn="ctr">
              <a:buNone/>
              <a:defRPr sz="100">
                <a:solidFill>
                  <a:schemeClr val="accent1"/>
                </a:solidFill>
              </a:defRPr>
            </a:lvl1pPr>
            <a:lvl2pPr marL="342900" indent="0">
              <a:buNone/>
              <a:defRPr sz="2000"/>
            </a:lvl2pPr>
            <a:lvl3pPr marL="685800" indent="0">
              <a:buNone/>
              <a:defRPr sz="1600"/>
            </a:lvl3pPr>
            <a:lvl4pPr marL="1028700" indent="0">
              <a:buNone/>
              <a:defRPr sz="1400"/>
            </a:lvl4pPr>
            <a:lvl5pPr marL="1371600" indent="0">
              <a:buNone/>
              <a:defRPr sz="1400"/>
            </a:lvl5pPr>
          </a:lstStyle>
          <a:p>
            <a:pPr lvl="0"/>
            <a:r>
              <a:rPr lang="en-US" dirty="0"/>
              <a:t>Year 1</a:t>
            </a:r>
            <a:endParaRPr lang="en-IN" dirty="0"/>
          </a:p>
        </p:txBody>
      </p:sp>
      <p:sp>
        <p:nvSpPr>
          <p:cNvPr id="29" name="Text Placeholder 10">
            <a:extLst>
              <a:ext uri="{FF2B5EF4-FFF2-40B4-BE49-F238E27FC236}">
                <a16:creationId xmlns:a16="http://schemas.microsoft.com/office/drawing/2014/main" id="{2A325F94-A583-0D06-04F9-953145BD72AE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 flipH="1">
            <a:off x="4291490" y="2519147"/>
            <a:ext cx="0" cy="36000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3"/>
            </a:solidFill>
          </a:ln>
        </p:spPr>
        <p:txBody>
          <a:bodyPr anchor="ctr"/>
          <a:lstStyle>
            <a:lvl1pPr marL="0" indent="0" algn="ctr">
              <a:buNone/>
              <a:defRPr sz="100">
                <a:noFill/>
              </a:defRPr>
            </a:lvl1pPr>
            <a:lvl2pPr marL="342900" indent="0">
              <a:buNone/>
              <a:defRPr sz="2000"/>
            </a:lvl2pPr>
            <a:lvl3pPr marL="685800" indent="0">
              <a:buNone/>
              <a:defRPr sz="1600"/>
            </a:lvl3pPr>
            <a:lvl4pPr marL="1028700" indent="0">
              <a:buNone/>
              <a:defRPr sz="1400"/>
            </a:lvl4pPr>
            <a:lvl5pPr marL="1371600" indent="0">
              <a:buNone/>
              <a:defRPr sz="1400"/>
            </a:lvl5pPr>
          </a:lstStyle>
          <a:p>
            <a:pPr lvl="0"/>
            <a:r>
              <a:rPr lang="en-US" dirty="0"/>
              <a:t>1</a:t>
            </a:r>
            <a:endParaRPr lang="en-IN" dirty="0"/>
          </a:p>
        </p:txBody>
      </p:sp>
      <p:sp>
        <p:nvSpPr>
          <p:cNvPr id="30" name="Text Placeholder 17">
            <a:extLst>
              <a:ext uri="{FF2B5EF4-FFF2-40B4-BE49-F238E27FC236}">
                <a16:creationId xmlns:a16="http://schemas.microsoft.com/office/drawing/2014/main" id="{C8C5FDAB-8B50-7330-971C-7FA533422F5D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3851103" y="2929955"/>
            <a:ext cx="1456080" cy="1642028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tIns="90000"/>
          <a:lstStyle>
            <a:lvl1pPr>
              <a:buClr>
                <a:schemeClr val="accent1"/>
              </a:buClr>
              <a:defRPr sz="1050"/>
            </a:lvl1pPr>
            <a:lvl2pPr marL="514350" indent="-171450">
              <a:buClr>
                <a:schemeClr val="accent2"/>
              </a:buClr>
              <a:buFont typeface="Courier New" panose="02070309020205020404" pitchFamily="49" charset="0"/>
              <a:buChar char="o"/>
              <a:defRPr sz="1050"/>
            </a:lvl2pPr>
            <a:lvl3pPr marL="857250" indent="-171450">
              <a:buClr>
                <a:schemeClr val="accent1"/>
              </a:buClr>
              <a:buFont typeface="Wingdings" panose="05000000000000000000" pitchFamily="2" charset="2"/>
              <a:buChar char="§"/>
              <a:defRPr sz="1000"/>
            </a:lvl3pPr>
            <a:lvl4pPr>
              <a:buClr>
                <a:schemeClr val="accent1"/>
              </a:buClr>
              <a:defRPr sz="1000"/>
            </a:lvl4pPr>
            <a:lvl5pPr>
              <a:buClr>
                <a:schemeClr val="accent1"/>
              </a:buClr>
              <a:defRPr sz="1000"/>
            </a:lvl5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IN" dirty="0"/>
              <a:t>This can be used as either bullets/ paragraph</a:t>
            </a:r>
          </a:p>
          <a:p>
            <a:pPr lvl="0"/>
            <a:r>
              <a:rPr lang="en-US" dirty="0"/>
              <a:t>Level 1</a:t>
            </a:r>
          </a:p>
          <a:p>
            <a:pPr lvl="1"/>
            <a:r>
              <a:rPr lang="en-US" dirty="0"/>
              <a:t>Level 2</a:t>
            </a:r>
          </a:p>
          <a:p>
            <a:pPr lvl="2"/>
            <a:r>
              <a:rPr lang="en-US" dirty="0"/>
              <a:t>Level 3</a:t>
            </a:r>
          </a:p>
        </p:txBody>
      </p:sp>
      <p:sp>
        <p:nvSpPr>
          <p:cNvPr id="31" name="Text Placeholder 10">
            <a:extLst>
              <a:ext uri="{FF2B5EF4-FFF2-40B4-BE49-F238E27FC236}">
                <a16:creationId xmlns:a16="http://schemas.microsoft.com/office/drawing/2014/main" id="{9F62361B-7B40-0088-4FA6-B1E6A04D423F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561496" y="1896527"/>
            <a:ext cx="870612" cy="355252"/>
          </a:xfrm>
          <a:prstGeom prst="rect">
            <a:avLst/>
          </a:prstGeom>
          <a:solidFill>
            <a:schemeClr val="accent1"/>
          </a:solidFill>
        </p:spPr>
        <p:txBody>
          <a:bodyPr anchor="ctr"/>
          <a:lstStyle>
            <a:lvl1pPr marL="0" indent="0" algn="ctr">
              <a:buNone/>
              <a:defRPr sz="1400">
                <a:solidFill>
                  <a:schemeClr val="bg2"/>
                </a:solidFill>
              </a:defRPr>
            </a:lvl1pPr>
            <a:lvl2pPr marL="342900" indent="0">
              <a:buNone/>
              <a:defRPr sz="2000"/>
            </a:lvl2pPr>
            <a:lvl3pPr marL="685800" indent="0">
              <a:buNone/>
              <a:defRPr sz="1600"/>
            </a:lvl3pPr>
            <a:lvl4pPr marL="1028700" indent="0">
              <a:buNone/>
              <a:defRPr sz="1400"/>
            </a:lvl4pPr>
            <a:lvl5pPr marL="1371600" indent="0">
              <a:buNone/>
              <a:defRPr sz="1400"/>
            </a:lvl5pPr>
          </a:lstStyle>
          <a:p>
            <a:pPr lvl="0"/>
            <a:r>
              <a:rPr lang="en-US" dirty="0"/>
              <a:t>Year 4</a:t>
            </a:r>
            <a:endParaRPr lang="en-IN" dirty="0"/>
          </a:p>
        </p:txBody>
      </p:sp>
      <p:sp>
        <p:nvSpPr>
          <p:cNvPr id="32" name="Text Placeholder 10">
            <a:extLst>
              <a:ext uri="{FF2B5EF4-FFF2-40B4-BE49-F238E27FC236}">
                <a16:creationId xmlns:a16="http://schemas.microsoft.com/office/drawing/2014/main" id="{00104CE7-D619-669E-66A7-4361027E49AE}"/>
              </a:ext>
            </a:extLst>
          </p:cNvPr>
          <p:cNvSpPr>
            <a:spLocks noGrp="1" noChangeAspect="1"/>
          </p:cNvSpPr>
          <p:nvPr>
            <p:ph type="body" sz="quarter" idx="36" hasCustomPrompt="1"/>
          </p:nvPr>
        </p:nvSpPr>
        <p:spPr>
          <a:xfrm>
            <a:off x="5942802" y="2333478"/>
            <a:ext cx="108000" cy="108000"/>
          </a:xfrm>
          <a:prstGeom prst="ellipse">
            <a:avLst/>
          </a:prstGeom>
          <a:solidFill>
            <a:schemeClr val="accent1"/>
          </a:solidFill>
        </p:spPr>
        <p:txBody>
          <a:bodyPr anchor="ctr"/>
          <a:lstStyle>
            <a:lvl1pPr marL="0" indent="0" algn="ctr">
              <a:buNone/>
              <a:defRPr sz="100">
                <a:solidFill>
                  <a:schemeClr val="accent1"/>
                </a:solidFill>
              </a:defRPr>
            </a:lvl1pPr>
            <a:lvl2pPr marL="342900" indent="0">
              <a:buNone/>
              <a:defRPr sz="2000"/>
            </a:lvl2pPr>
            <a:lvl3pPr marL="685800" indent="0">
              <a:buNone/>
              <a:defRPr sz="1600"/>
            </a:lvl3pPr>
            <a:lvl4pPr marL="1028700" indent="0">
              <a:buNone/>
              <a:defRPr sz="1400"/>
            </a:lvl4pPr>
            <a:lvl5pPr marL="1371600" indent="0">
              <a:buNone/>
              <a:defRPr sz="1400"/>
            </a:lvl5pPr>
          </a:lstStyle>
          <a:p>
            <a:pPr lvl="0"/>
            <a:r>
              <a:rPr lang="en-US" dirty="0"/>
              <a:t>Year 1</a:t>
            </a:r>
            <a:endParaRPr lang="en-IN" dirty="0"/>
          </a:p>
        </p:txBody>
      </p:sp>
      <p:sp>
        <p:nvSpPr>
          <p:cNvPr id="33" name="Text Placeholder 10">
            <a:extLst>
              <a:ext uri="{FF2B5EF4-FFF2-40B4-BE49-F238E27FC236}">
                <a16:creationId xmlns:a16="http://schemas.microsoft.com/office/drawing/2014/main" id="{5E612B3C-130C-4C76-2128-3B4DA4D537F9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 flipH="1">
            <a:off x="6001882" y="2519147"/>
            <a:ext cx="0" cy="36000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3"/>
            </a:solidFill>
          </a:ln>
        </p:spPr>
        <p:txBody>
          <a:bodyPr anchor="ctr"/>
          <a:lstStyle>
            <a:lvl1pPr marL="0" indent="0" algn="ctr">
              <a:buNone/>
              <a:defRPr sz="100">
                <a:noFill/>
              </a:defRPr>
            </a:lvl1pPr>
            <a:lvl2pPr marL="342900" indent="0">
              <a:buNone/>
              <a:defRPr sz="2000"/>
            </a:lvl2pPr>
            <a:lvl3pPr marL="685800" indent="0">
              <a:buNone/>
              <a:defRPr sz="1600"/>
            </a:lvl3pPr>
            <a:lvl4pPr marL="1028700" indent="0">
              <a:buNone/>
              <a:defRPr sz="1400"/>
            </a:lvl4pPr>
            <a:lvl5pPr marL="1371600" indent="0">
              <a:buNone/>
              <a:defRPr sz="1400"/>
            </a:lvl5pPr>
          </a:lstStyle>
          <a:p>
            <a:pPr lvl="0"/>
            <a:r>
              <a:rPr lang="en-US" dirty="0"/>
              <a:t>1</a:t>
            </a:r>
            <a:endParaRPr lang="en-IN" dirty="0"/>
          </a:p>
        </p:txBody>
      </p:sp>
      <p:sp>
        <p:nvSpPr>
          <p:cNvPr id="34" name="Text Placeholder 17">
            <a:extLst>
              <a:ext uri="{FF2B5EF4-FFF2-40B4-BE49-F238E27FC236}">
                <a16:creationId xmlns:a16="http://schemas.microsoft.com/office/drawing/2014/main" id="{864DB745-6D85-A8C8-CEB3-32F57E033447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5561496" y="2929955"/>
            <a:ext cx="1456080" cy="1642028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tIns="90000"/>
          <a:lstStyle>
            <a:lvl1pPr>
              <a:buClr>
                <a:schemeClr val="accent1"/>
              </a:buClr>
              <a:defRPr sz="1050"/>
            </a:lvl1pPr>
            <a:lvl2pPr marL="514350" indent="-171450">
              <a:buClr>
                <a:schemeClr val="accent2"/>
              </a:buClr>
              <a:buFont typeface="Courier New" panose="02070309020205020404" pitchFamily="49" charset="0"/>
              <a:buChar char="o"/>
              <a:defRPr sz="1050"/>
            </a:lvl2pPr>
            <a:lvl3pPr marL="857250" indent="-171450">
              <a:buClr>
                <a:schemeClr val="accent1"/>
              </a:buClr>
              <a:buFont typeface="Wingdings" panose="05000000000000000000" pitchFamily="2" charset="2"/>
              <a:buChar char="§"/>
              <a:defRPr sz="1000"/>
            </a:lvl3pPr>
            <a:lvl4pPr>
              <a:buClr>
                <a:schemeClr val="accent1"/>
              </a:buClr>
              <a:defRPr sz="1000"/>
            </a:lvl4pPr>
            <a:lvl5pPr>
              <a:buClr>
                <a:schemeClr val="accent1"/>
              </a:buClr>
              <a:defRPr sz="1000"/>
            </a:lvl5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IN" dirty="0"/>
              <a:t>This can be used as either bullets/ paragraph</a:t>
            </a:r>
          </a:p>
          <a:p>
            <a:pPr lvl="0"/>
            <a:r>
              <a:rPr lang="en-US" dirty="0"/>
              <a:t>Level 1</a:t>
            </a:r>
          </a:p>
          <a:p>
            <a:pPr lvl="1"/>
            <a:r>
              <a:rPr lang="en-US" dirty="0"/>
              <a:t>Level 2</a:t>
            </a:r>
          </a:p>
          <a:p>
            <a:pPr lvl="2"/>
            <a:r>
              <a:rPr lang="en-US" dirty="0"/>
              <a:t>Level 3</a:t>
            </a:r>
          </a:p>
        </p:txBody>
      </p:sp>
      <p:sp>
        <p:nvSpPr>
          <p:cNvPr id="39" name="Text Placeholder 10">
            <a:extLst>
              <a:ext uri="{FF2B5EF4-FFF2-40B4-BE49-F238E27FC236}">
                <a16:creationId xmlns:a16="http://schemas.microsoft.com/office/drawing/2014/main" id="{00CC72A9-76EE-D720-67B7-E25AC9950382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7271888" y="1896527"/>
            <a:ext cx="870612" cy="355252"/>
          </a:xfrm>
          <a:prstGeom prst="rect">
            <a:avLst/>
          </a:prstGeom>
          <a:solidFill>
            <a:schemeClr val="accent1"/>
          </a:solidFill>
        </p:spPr>
        <p:txBody>
          <a:bodyPr anchor="ctr"/>
          <a:lstStyle>
            <a:lvl1pPr marL="0" indent="0" algn="ctr">
              <a:buNone/>
              <a:defRPr sz="1400">
                <a:solidFill>
                  <a:schemeClr val="bg2"/>
                </a:solidFill>
              </a:defRPr>
            </a:lvl1pPr>
            <a:lvl2pPr marL="342900" indent="0">
              <a:buNone/>
              <a:defRPr sz="2000"/>
            </a:lvl2pPr>
            <a:lvl3pPr marL="685800" indent="0">
              <a:buNone/>
              <a:defRPr sz="1600"/>
            </a:lvl3pPr>
            <a:lvl4pPr marL="1028700" indent="0">
              <a:buNone/>
              <a:defRPr sz="1400"/>
            </a:lvl4pPr>
            <a:lvl5pPr marL="1371600" indent="0">
              <a:buNone/>
              <a:defRPr sz="1400"/>
            </a:lvl5pPr>
          </a:lstStyle>
          <a:p>
            <a:pPr lvl="0"/>
            <a:r>
              <a:rPr lang="en-US" dirty="0"/>
              <a:t>Year 5</a:t>
            </a:r>
            <a:endParaRPr lang="en-IN" dirty="0"/>
          </a:p>
        </p:txBody>
      </p:sp>
      <p:sp>
        <p:nvSpPr>
          <p:cNvPr id="43" name="Text Placeholder 10">
            <a:extLst>
              <a:ext uri="{FF2B5EF4-FFF2-40B4-BE49-F238E27FC236}">
                <a16:creationId xmlns:a16="http://schemas.microsoft.com/office/drawing/2014/main" id="{466E4E82-1457-5735-ADB8-DEB984B08C25}"/>
              </a:ext>
            </a:extLst>
          </p:cNvPr>
          <p:cNvSpPr>
            <a:spLocks noGrp="1" noChangeAspect="1"/>
          </p:cNvSpPr>
          <p:nvPr>
            <p:ph type="body" sz="quarter" idx="40" hasCustomPrompt="1"/>
          </p:nvPr>
        </p:nvSpPr>
        <p:spPr>
          <a:xfrm>
            <a:off x="7653194" y="2333478"/>
            <a:ext cx="108000" cy="108000"/>
          </a:xfrm>
          <a:prstGeom prst="ellipse">
            <a:avLst/>
          </a:prstGeom>
          <a:solidFill>
            <a:schemeClr val="accent1"/>
          </a:solidFill>
        </p:spPr>
        <p:txBody>
          <a:bodyPr anchor="ctr"/>
          <a:lstStyle>
            <a:lvl1pPr marL="0" indent="0" algn="ctr">
              <a:buNone/>
              <a:defRPr sz="100">
                <a:solidFill>
                  <a:schemeClr val="accent1"/>
                </a:solidFill>
              </a:defRPr>
            </a:lvl1pPr>
            <a:lvl2pPr marL="342900" indent="0">
              <a:buNone/>
              <a:defRPr sz="2000"/>
            </a:lvl2pPr>
            <a:lvl3pPr marL="685800" indent="0">
              <a:buNone/>
              <a:defRPr sz="1600"/>
            </a:lvl3pPr>
            <a:lvl4pPr marL="1028700" indent="0">
              <a:buNone/>
              <a:defRPr sz="1400"/>
            </a:lvl4pPr>
            <a:lvl5pPr marL="1371600" indent="0">
              <a:buNone/>
              <a:defRPr sz="1400"/>
            </a:lvl5pPr>
          </a:lstStyle>
          <a:p>
            <a:pPr lvl="0"/>
            <a:r>
              <a:rPr lang="en-US" dirty="0"/>
              <a:t>Year 1</a:t>
            </a:r>
            <a:endParaRPr lang="en-IN" dirty="0"/>
          </a:p>
        </p:txBody>
      </p:sp>
      <p:sp>
        <p:nvSpPr>
          <p:cNvPr id="45" name="Text Placeholder 10">
            <a:extLst>
              <a:ext uri="{FF2B5EF4-FFF2-40B4-BE49-F238E27FC236}">
                <a16:creationId xmlns:a16="http://schemas.microsoft.com/office/drawing/2014/main" id="{BD24B6A1-6177-6A7D-F79E-BF6925371EC1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 flipH="1">
            <a:off x="7712274" y="2519147"/>
            <a:ext cx="0" cy="36000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3"/>
            </a:solidFill>
          </a:ln>
        </p:spPr>
        <p:txBody>
          <a:bodyPr anchor="ctr"/>
          <a:lstStyle>
            <a:lvl1pPr marL="0" indent="0" algn="ctr">
              <a:buNone/>
              <a:defRPr sz="100">
                <a:noFill/>
              </a:defRPr>
            </a:lvl1pPr>
            <a:lvl2pPr marL="342900" indent="0">
              <a:buNone/>
              <a:defRPr sz="2000"/>
            </a:lvl2pPr>
            <a:lvl3pPr marL="685800" indent="0">
              <a:buNone/>
              <a:defRPr sz="1600"/>
            </a:lvl3pPr>
            <a:lvl4pPr marL="1028700" indent="0">
              <a:buNone/>
              <a:defRPr sz="1400"/>
            </a:lvl4pPr>
            <a:lvl5pPr marL="1371600" indent="0">
              <a:buNone/>
              <a:defRPr sz="1400"/>
            </a:lvl5pPr>
          </a:lstStyle>
          <a:p>
            <a:pPr lvl="0"/>
            <a:r>
              <a:rPr lang="en-US" dirty="0"/>
              <a:t>1</a:t>
            </a:r>
            <a:endParaRPr lang="en-IN" dirty="0"/>
          </a:p>
        </p:txBody>
      </p:sp>
      <p:sp>
        <p:nvSpPr>
          <p:cNvPr id="46" name="Text Placeholder 17">
            <a:extLst>
              <a:ext uri="{FF2B5EF4-FFF2-40B4-BE49-F238E27FC236}">
                <a16:creationId xmlns:a16="http://schemas.microsoft.com/office/drawing/2014/main" id="{9E785D6F-2930-5406-5EE3-C2E0E3EDFDA8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7271888" y="2929955"/>
            <a:ext cx="1456080" cy="1642028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tIns="90000"/>
          <a:lstStyle>
            <a:lvl1pPr>
              <a:buClr>
                <a:schemeClr val="accent1"/>
              </a:buClr>
              <a:defRPr sz="1050"/>
            </a:lvl1pPr>
            <a:lvl2pPr marL="514350" indent="-171450">
              <a:buClr>
                <a:schemeClr val="accent2"/>
              </a:buClr>
              <a:buFont typeface="Courier New" panose="02070309020205020404" pitchFamily="49" charset="0"/>
              <a:buChar char="o"/>
              <a:defRPr sz="1050"/>
            </a:lvl2pPr>
            <a:lvl3pPr marL="857250" indent="-171450">
              <a:buClr>
                <a:schemeClr val="accent1"/>
              </a:buClr>
              <a:buFont typeface="Wingdings" panose="05000000000000000000" pitchFamily="2" charset="2"/>
              <a:buChar char="§"/>
              <a:defRPr sz="1000"/>
            </a:lvl3pPr>
            <a:lvl4pPr>
              <a:buClr>
                <a:schemeClr val="accent1"/>
              </a:buClr>
              <a:defRPr sz="1000"/>
            </a:lvl4pPr>
            <a:lvl5pPr>
              <a:buClr>
                <a:schemeClr val="accent1"/>
              </a:buClr>
              <a:defRPr sz="1000"/>
            </a:lvl5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IN" dirty="0"/>
              <a:t>This can be used as either bullets/ paragraph</a:t>
            </a:r>
          </a:p>
          <a:p>
            <a:pPr lvl="0"/>
            <a:r>
              <a:rPr lang="en-US" dirty="0"/>
              <a:t>Level 1</a:t>
            </a:r>
          </a:p>
          <a:p>
            <a:pPr lvl="1"/>
            <a:r>
              <a:rPr lang="en-US" dirty="0"/>
              <a:t>Level 2</a:t>
            </a:r>
          </a:p>
          <a:p>
            <a:pPr lvl="2"/>
            <a:r>
              <a:rPr lang="en-US" dirty="0"/>
              <a:t>Level 3</a:t>
            </a:r>
          </a:p>
        </p:txBody>
      </p:sp>
      <p:sp>
        <p:nvSpPr>
          <p:cNvPr id="47" name="Text Placeholder 68">
            <a:extLst>
              <a:ext uri="{FF2B5EF4-FFF2-40B4-BE49-F238E27FC236}">
                <a16:creationId xmlns:a16="http://schemas.microsoft.com/office/drawing/2014/main" id="{5236081A-D457-37E8-DA9A-FCF7BBF3A198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224248" y="933156"/>
            <a:ext cx="8672198" cy="756304"/>
          </a:xfrm>
          <a:prstGeom prst="rect">
            <a:avLst/>
          </a:prstGeom>
        </p:spPr>
        <p:txBody>
          <a:bodyPr anchor="t"/>
          <a:lstStyle>
            <a:lvl1pPr marL="0" indent="0">
              <a:buNone/>
              <a:defRPr sz="1400">
                <a:solidFill>
                  <a:schemeClr val="accent2"/>
                </a:solidFill>
              </a:defRPr>
            </a:lvl1pPr>
            <a:lvl2pPr marL="342900" indent="0">
              <a:buNone/>
              <a:defRPr/>
            </a:lvl2pPr>
            <a:lvl3pPr marL="685800" indent="0">
              <a:buNone/>
              <a:defRPr/>
            </a:lvl3pPr>
            <a:lvl4pPr marL="1028700" indent="0">
              <a:buNone/>
              <a:defRPr/>
            </a:lvl4pPr>
            <a:lvl5pPr marL="1371600" indent="0">
              <a:buNone/>
              <a:defRPr/>
            </a:lvl5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IN" dirty="0"/>
              <a:t>Description</a:t>
            </a:r>
          </a:p>
        </p:txBody>
      </p:sp>
    </p:spTree>
    <p:extLst>
      <p:ext uri="{BB962C8B-B14F-4D97-AF65-F5344CB8AC3E}">
        <p14:creationId xmlns:p14="http://schemas.microsoft.com/office/powerpoint/2010/main" val="1957352930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ughnut percentag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9343A194-1737-C904-085A-E099231BA55D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358187" y="-1"/>
            <a:ext cx="785814" cy="785814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B182DBE4-58D1-7481-8BF0-1164C75746D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4247" y="188464"/>
            <a:ext cx="8133940" cy="461665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400" b="0" i="0">
                <a:solidFill>
                  <a:schemeClr val="accent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en-IN" dirty="0"/>
              <a:t>Doughnut percentage slide</a:t>
            </a:r>
            <a:endParaRPr lang="en-US" dirty="0"/>
          </a:p>
        </p:txBody>
      </p:sp>
      <p:sp>
        <p:nvSpPr>
          <p:cNvPr id="2" name="Slide Number Placeholder 6">
            <a:extLst>
              <a:ext uri="{FF2B5EF4-FFF2-40B4-BE49-F238E27FC236}">
                <a16:creationId xmlns:a16="http://schemas.microsoft.com/office/drawing/2014/main" id="{09D1577E-73CD-BD76-5613-A5B4040CD7F7}"/>
              </a:ext>
            </a:extLst>
          </p:cNvPr>
          <p:cNvSpPr txBox="1">
            <a:spLocks/>
          </p:cNvSpPr>
          <p:nvPr userDrawn="1"/>
        </p:nvSpPr>
        <p:spPr>
          <a:xfrm>
            <a:off x="58948" y="4831563"/>
            <a:ext cx="360098" cy="273844"/>
          </a:xfrm>
          <a:prstGeom prst="rect">
            <a:avLst/>
          </a:prstGeom>
        </p:spPr>
        <p:txBody>
          <a:bodyPr vert="horz" lIns="68580" tIns="34290" rIns="68580" bIns="34290" rtlCol="0" anchor="ctr"/>
          <a:lstStyle>
            <a:defPPr>
              <a:defRPr lang="en-US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2B60C70C-E473-9E49-863B-88FCC598397C}" type="slidenum">
              <a:rPr lang="en-US" sz="1000" smtClean="0">
                <a:solidFill>
                  <a:srgbClr val="EB262A"/>
                </a:solidFill>
              </a:rPr>
              <a:pPr algn="ctr"/>
              <a:t>‹#›</a:t>
            </a:fld>
            <a:endParaRPr lang="en-US" sz="1000" dirty="0">
              <a:solidFill>
                <a:srgbClr val="EB262A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3A565506-8EFF-23D9-F43B-72EE0E8020AB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38351" y="4865781"/>
            <a:ext cx="797806" cy="216000"/>
          </a:xfrm>
          <a:prstGeom prst="rect">
            <a:avLst/>
          </a:prstGeom>
        </p:spPr>
      </p:pic>
      <p:sp>
        <p:nvSpPr>
          <p:cNvPr id="28" name="Text Placeholder 12">
            <a:extLst>
              <a:ext uri="{FF2B5EF4-FFF2-40B4-BE49-F238E27FC236}">
                <a16:creationId xmlns:a16="http://schemas.microsoft.com/office/drawing/2014/main" id="{2CA41C97-C816-0754-698E-0B4F0E075B0A}"/>
              </a:ext>
            </a:extLst>
          </p:cNvPr>
          <p:cNvSpPr>
            <a:spLocks noGrp="1" noChangeAspect="1"/>
          </p:cNvSpPr>
          <p:nvPr>
            <p:ph type="body" sz="quarter" idx="19"/>
          </p:nvPr>
        </p:nvSpPr>
        <p:spPr>
          <a:xfrm>
            <a:off x="6885028" y="1094748"/>
            <a:ext cx="1461214" cy="1461214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anchor="ctr"/>
          <a:lstStyle>
            <a:lvl1pPr marL="0" indent="0" algn="ctr">
              <a:buNone/>
              <a:defRPr sz="100">
                <a:solidFill>
                  <a:srgbClr val="EEEEEE"/>
                </a:solidFill>
              </a:defRPr>
            </a:lvl1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12">
            <a:extLst>
              <a:ext uri="{FF2B5EF4-FFF2-40B4-BE49-F238E27FC236}">
                <a16:creationId xmlns:a16="http://schemas.microsoft.com/office/drawing/2014/main" id="{677926FC-6565-5B93-5B5B-AE917DD929B5}"/>
              </a:ext>
            </a:extLst>
          </p:cNvPr>
          <p:cNvSpPr>
            <a:spLocks noGrp="1" noChangeAspect="1"/>
          </p:cNvSpPr>
          <p:nvPr>
            <p:ph type="body" sz="quarter" idx="20"/>
          </p:nvPr>
        </p:nvSpPr>
        <p:spPr>
          <a:xfrm>
            <a:off x="6921766" y="1131486"/>
            <a:ext cx="1387738" cy="1387738"/>
          </a:xfrm>
          <a:prstGeom prst="pie">
            <a:avLst>
              <a:gd name="adj1" fmla="val 13637705"/>
              <a:gd name="adj2" fmla="val 16243377"/>
            </a:avLst>
          </a:prstGeom>
          <a:solidFill>
            <a:schemeClr val="accent4">
              <a:lumMod val="90000"/>
            </a:schemeClr>
          </a:solidFill>
        </p:spPr>
        <p:txBody>
          <a:bodyPr anchor="ctr"/>
          <a:lstStyle>
            <a:lvl1pPr marL="0" indent="0" algn="ctr">
              <a:buNone/>
              <a:defRPr sz="100">
                <a:solidFill>
                  <a:srgbClr val="C6C6C6"/>
                </a:solidFill>
              </a:defRPr>
            </a:lvl1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2">
            <a:extLst>
              <a:ext uri="{FF2B5EF4-FFF2-40B4-BE49-F238E27FC236}">
                <a16:creationId xmlns:a16="http://schemas.microsoft.com/office/drawing/2014/main" id="{2E0C8BB5-2818-2BD3-932D-AB7A1FE80093}"/>
              </a:ext>
            </a:extLst>
          </p:cNvPr>
          <p:cNvSpPr>
            <a:spLocks noGrp="1" noChangeAspect="1"/>
          </p:cNvSpPr>
          <p:nvPr>
            <p:ph type="body" sz="quarter" idx="21" hasCustomPrompt="1"/>
          </p:nvPr>
        </p:nvSpPr>
        <p:spPr>
          <a:xfrm>
            <a:off x="7083734" y="1293454"/>
            <a:ext cx="1063802" cy="1063802"/>
          </a:xfrm>
          <a:prstGeom prst="ellipse">
            <a:avLst/>
          </a:prstGeom>
          <a:solidFill>
            <a:schemeClr val="bg1"/>
          </a:solidFill>
        </p:spPr>
        <p:txBody>
          <a:bodyPr anchor="ctr"/>
          <a:lstStyle>
            <a:lvl1pPr>
              <a:defRPr lang="en-IN" sz="1400" dirty="0">
                <a:solidFill>
                  <a:schemeClr val="tx2"/>
                </a:solidFill>
              </a:defRPr>
            </a:lvl1pPr>
          </a:lstStyle>
          <a:p>
            <a:pPr marL="0" lvl="0" indent="0" algn="ctr">
              <a:buNone/>
            </a:pPr>
            <a:r>
              <a:rPr lang="en-IN" dirty="0"/>
              <a:t>10%</a:t>
            </a:r>
          </a:p>
        </p:txBody>
      </p:sp>
      <p:sp>
        <p:nvSpPr>
          <p:cNvPr id="31" name="Text Placeholder 68">
            <a:extLst>
              <a:ext uri="{FF2B5EF4-FFF2-40B4-BE49-F238E27FC236}">
                <a16:creationId xmlns:a16="http://schemas.microsoft.com/office/drawing/2014/main" id="{B06E0BF8-68DE-18AF-B4B0-4DE3FD0BB48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6749850" y="2693584"/>
            <a:ext cx="1731570" cy="358709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accent1"/>
                </a:solidFill>
              </a:defRPr>
            </a:lvl1pPr>
            <a:lvl2pPr marL="342900" indent="0">
              <a:buNone/>
              <a:defRPr/>
            </a:lvl2pPr>
            <a:lvl3pPr marL="685800" indent="0">
              <a:buNone/>
              <a:defRPr/>
            </a:lvl3pPr>
            <a:lvl4pPr marL="1028700" indent="0">
              <a:buNone/>
              <a:defRPr/>
            </a:lvl4pPr>
            <a:lvl5pPr marL="1371600" indent="0">
              <a:buNone/>
              <a:defRPr/>
            </a:lvl5pPr>
          </a:lstStyle>
          <a:p>
            <a:r>
              <a:rPr lang="en-IN" dirty="0"/>
              <a:t>Headline</a:t>
            </a:r>
          </a:p>
        </p:txBody>
      </p:sp>
      <p:sp>
        <p:nvSpPr>
          <p:cNvPr id="32" name="Text Placeholder 17">
            <a:extLst>
              <a:ext uri="{FF2B5EF4-FFF2-40B4-BE49-F238E27FC236}">
                <a16:creationId xmlns:a16="http://schemas.microsoft.com/office/drawing/2014/main" id="{77ECAAE6-3648-B5ED-892A-CBE587FDB683}"/>
              </a:ext>
            </a:extLst>
          </p:cNvPr>
          <p:cNvSpPr>
            <a:spLocks noGrp="1"/>
          </p:cNvSpPr>
          <p:nvPr>
            <p:ph type="body" sz="quarter" idx="131" hasCustomPrompt="1"/>
          </p:nvPr>
        </p:nvSpPr>
        <p:spPr>
          <a:xfrm>
            <a:off x="6750296" y="3052293"/>
            <a:ext cx="1730678" cy="1455684"/>
          </a:xfrm>
          <a:prstGeom prst="rect">
            <a:avLst/>
          </a:prstGeom>
          <a:noFill/>
          <a:ln>
            <a:noFill/>
          </a:ln>
        </p:spPr>
        <p:txBody>
          <a:bodyPr tIns="90000"/>
          <a:lstStyle>
            <a:lvl1pPr>
              <a:buClr>
                <a:schemeClr val="accent1"/>
              </a:buClr>
              <a:defRPr sz="1050"/>
            </a:lvl1pPr>
            <a:lvl2pPr marL="514350" indent="-171450">
              <a:buClr>
                <a:schemeClr val="accent2"/>
              </a:buClr>
              <a:buFont typeface="Courier New" panose="02070309020205020404" pitchFamily="49" charset="0"/>
              <a:buChar char="o"/>
              <a:defRPr sz="1050"/>
            </a:lvl2pPr>
            <a:lvl3pPr marL="857250" indent="-171450">
              <a:buClr>
                <a:schemeClr val="accent1"/>
              </a:buClr>
              <a:buFont typeface="Wingdings" panose="05000000000000000000" pitchFamily="2" charset="2"/>
              <a:buChar char="§"/>
              <a:defRPr sz="1000"/>
            </a:lvl3pPr>
            <a:lvl4pPr>
              <a:buClr>
                <a:schemeClr val="accent1"/>
              </a:buClr>
              <a:defRPr sz="1000"/>
            </a:lvl4pPr>
            <a:lvl5pPr>
              <a:buClr>
                <a:schemeClr val="accent1"/>
              </a:buClr>
              <a:defRPr sz="1000"/>
            </a:lvl5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IN" dirty="0"/>
              <a:t>This can be used as either bullets/ paragraph</a:t>
            </a:r>
          </a:p>
          <a:p>
            <a:pPr lvl="0"/>
            <a:r>
              <a:rPr lang="en-US" dirty="0"/>
              <a:t>Level 1</a:t>
            </a:r>
          </a:p>
          <a:p>
            <a:pPr lvl="1"/>
            <a:r>
              <a:rPr lang="en-US" dirty="0"/>
              <a:t>Level 2</a:t>
            </a:r>
          </a:p>
          <a:p>
            <a:pPr lvl="2"/>
            <a:r>
              <a:rPr lang="en-US" dirty="0"/>
              <a:t>Level 3</a:t>
            </a:r>
          </a:p>
        </p:txBody>
      </p:sp>
      <p:sp>
        <p:nvSpPr>
          <p:cNvPr id="33" name="Text Placeholder 12">
            <a:extLst>
              <a:ext uri="{FF2B5EF4-FFF2-40B4-BE49-F238E27FC236}">
                <a16:creationId xmlns:a16="http://schemas.microsoft.com/office/drawing/2014/main" id="{4326A5FF-4685-61A1-3CEF-76FCE4D99629}"/>
              </a:ext>
            </a:extLst>
          </p:cNvPr>
          <p:cNvSpPr>
            <a:spLocks noGrp="1" noChangeAspect="1"/>
          </p:cNvSpPr>
          <p:nvPr>
            <p:ph type="body" sz="quarter" idx="132"/>
          </p:nvPr>
        </p:nvSpPr>
        <p:spPr>
          <a:xfrm>
            <a:off x="4854146" y="1094748"/>
            <a:ext cx="1461214" cy="1461214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anchor="ctr"/>
          <a:lstStyle>
            <a:lvl1pPr marL="0" indent="0" algn="ctr">
              <a:buNone/>
              <a:defRPr sz="100">
                <a:solidFill>
                  <a:srgbClr val="EEEEEE"/>
                </a:solidFill>
              </a:defRPr>
            </a:lvl1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12">
            <a:extLst>
              <a:ext uri="{FF2B5EF4-FFF2-40B4-BE49-F238E27FC236}">
                <a16:creationId xmlns:a16="http://schemas.microsoft.com/office/drawing/2014/main" id="{610FF39A-B9D0-546C-E3F1-C424F65F0A3D}"/>
              </a:ext>
            </a:extLst>
          </p:cNvPr>
          <p:cNvSpPr>
            <a:spLocks noGrp="1" noChangeAspect="1"/>
          </p:cNvSpPr>
          <p:nvPr>
            <p:ph type="body" sz="quarter" idx="133"/>
          </p:nvPr>
        </p:nvSpPr>
        <p:spPr>
          <a:xfrm>
            <a:off x="4890884" y="1131486"/>
            <a:ext cx="1387738" cy="1387738"/>
          </a:xfrm>
          <a:prstGeom prst="pie">
            <a:avLst>
              <a:gd name="adj1" fmla="val 10887263"/>
              <a:gd name="adj2" fmla="val 16243377"/>
            </a:avLst>
          </a:prstGeom>
          <a:solidFill>
            <a:schemeClr val="accent3"/>
          </a:solidFill>
        </p:spPr>
        <p:txBody>
          <a:bodyPr anchor="ctr"/>
          <a:lstStyle>
            <a:lvl1pPr marL="0" indent="0" algn="ctr">
              <a:buNone/>
              <a:defRPr sz="100">
                <a:solidFill>
                  <a:srgbClr val="C6C6C6"/>
                </a:solidFill>
              </a:defRPr>
            </a:lvl1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12">
            <a:extLst>
              <a:ext uri="{FF2B5EF4-FFF2-40B4-BE49-F238E27FC236}">
                <a16:creationId xmlns:a16="http://schemas.microsoft.com/office/drawing/2014/main" id="{0DBA6C05-5AA1-C2AF-BBC8-27989F8D534A}"/>
              </a:ext>
            </a:extLst>
          </p:cNvPr>
          <p:cNvSpPr>
            <a:spLocks noGrp="1" noChangeAspect="1"/>
          </p:cNvSpPr>
          <p:nvPr>
            <p:ph type="body" sz="quarter" idx="134" hasCustomPrompt="1"/>
          </p:nvPr>
        </p:nvSpPr>
        <p:spPr>
          <a:xfrm>
            <a:off x="5052852" y="1293454"/>
            <a:ext cx="1063802" cy="1063802"/>
          </a:xfrm>
          <a:prstGeom prst="ellipse">
            <a:avLst/>
          </a:prstGeom>
          <a:solidFill>
            <a:schemeClr val="bg1"/>
          </a:solidFill>
        </p:spPr>
        <p:txBody>
          <a:bodyPr anchor="ctr"/>
          <a:lstStyle>
            <a:lvl1pPr>
              <a:defRPr lang="en-IN" sz="1400" dirty="0">
                <a:solidFill>
                  <a:schemeClr val="tx2"/>
                </a:solidFill>
              </a:defRPr>
            </a:lvl1pPr>
          </a:lstStyle>
          <a:p>
            <a:pPr marL="0" lvl="0" indent="0" algn="ctr">
              <a:buNone/>
            </a:pPr>
            <a:r>
              <a:rPr lang="en-IN" dirty="0"/>
              <a:t>25%</a:t>
            </a:r>
          </a:p>
        </p:txBody>
      </p:sp>
      <p:sp>
        <p:nvSpPr>
          <p:cNvPr id="36" name="Text Placeholder 68">
            <a:extLst>
              <a:ext uri="{FF2B5EF4-FFF2-40B4-BE49-F238E27FC236}">
                <a16:creationId xmlns:a16="http://schemas.microsoft.com/office/drawing/2014/main" id="{A8B4695C-F4AD-80E7-2C23-59448B48DE04}"/>
              </a:ext>
            </a:extLst>
          </p:cNvPr>
          <p:cNvSpPr>
            <a:spLocks noGrp="1"/>
          </p:cNvSpPr>
          <p:nvPr>
            <p:ph type="body" sz="quarter" idx="135" hasCustomPrompt="1"/>
          </p:nvPr>
        </p:nvSpPr>
        <p:spPr>
          <a:xfrm>
            <a:off x="4718968" y="2693584"/>
            <a:ext cx="1731570" cy="358709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accent1"/>
                </a:solidFill>
              </a:defRPr>
            </a:lvl1pPr>
            <a:lvl2pPr marL="342900" indent="0">
              <a:buNone/>
              <a:defRPr/>
            </a:lvl2pPr>
            <a:lvl3pPr marL="685800" indent="0">
              <a:buNone/>
              <a:defRPr/>
            </a:lvl3pPr>
            <a:lvl4pPr marL="1028700" indent="0">
              <a:buNone/>
              <a:defRPr/>
            </a:lvl4pPr>
            <a:lvl5pPr marL="1371600" indent="0">
              <a:buNone/>
              <a:defRPr/>
            </a:lvl5pPr>
          </a:lstStyle>
          <a:p>
            <a:r>
              <a:rPr lang="en-IN" dirty="0"/>
              <a:t>Headline</a:t>
            </a:r>
          </a:p>
        </p:txBody>
      </p:sp>
      <p:sp>
        <p:nvSpPr>
          <p:cNvPr id="37" name="Text Placeholder 17">
            <a:extLst>
              <a:ext uri="{FF2B5EF4-FFF2-40B4-BE49-F238E27FC236}">
                <a16:creationId xmlns:a16="http://schemas.microsoft.com/office/drawing/2014/main" id="{D2BBE9B9-BC87-05A9-5D57-80F0337BBBDD}"/>
              </a:ext>
            </a:extLst>
          </p:cNvPr>
          <p:cNvSpPr>
            <a:spLocks noGrp="1"/>
          </p:cNvSpPr>
          <p:nvPr>
            <p:ph type="body" sz="quarter" idx="136" hasCustomPrompt="1"/>
          </p:nvPr>
        </p:nvSpPr>
        <p:spPr>
          <a:xfrm>
            <a:off x="4719414" y="3052293"/>
            <a:ext cx="1730678" cy="1455684"/>
          </a:xfrm>
          <a:prstGeom prst="rect">
            <a:avLst/>
          </a:prstGeom>
          <a:noFill/>
          <a:ln>
            <a:noFill/>
          </a:ln>
        </p:spPr>
        <p:txBody>
          <a:bodyPr tIns="90000"/>
          <a:lstStyle>
            <a:lvl1pPr>
              <a:buClr>
                <a:schemeClr val="accent1"/>
              </a:buClr>
              <a:defRPr sz="1050"/>
            </a:lvl1pPr>
            <a:lvl2pPr marL="514350" indent="-171450">
              <a:buClr>
                <a:schemeClr val="accent2"/>
              </a:buClr>
              <a:buFont typeface="Courier New" panose="02070309020205020404" pitchFamily="49" charset="0"/>
              <a:buChar char="o"/>
              <a:defRPr sz="1050"/>
            </a:lvl2pPr>
            <a:lvl3pPr marL="857250" indent="-171450">
              <a:buClr>
                <a:schemeClr val="accent1"/>
              </a:buClr>
              <a:buFont typeface="Wingdings" panose="05000000000000000000" pitchFamily="2" charset="2"/>
              <a:buChar char="§"/>
              <a:defRPr sz="1000"/>
            </a:lvl3pPr>
            <a:lvl4pPr>
              <a:buClr>
                <a:schemeClr val="accent1"/>
              </a:buClr>
              <a:defRPr sz="1000"/>
            </a:lvl4pPr>
            <a:lvl5pPr>
              <a:buClr>
                <a:schemeClr val="accent1"/>
              </a:buClr>
              <a:defRPr sz="1000"/>
            </a:lvl5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IN" dirty="0"/>
              <a:t>This can be used as either bullets/ paragraph</a:t>
            </a:r>
          </a:p>
          <a:p>
            <a:pPr lvl="0"/>
            <a:r>
              <a:rPr lang="en-US" dirty="0"/>
              <a:t>Level 1</a:t>
            </a:r>
          </a:p>
          <a:p>
            <a:pPr lvl="1"/>
            <a:r>
              <a:rPr lang="en-US" dirty="0"/>
              <a:t>Level 2</a:t>
            </a:r>
          </a:p>
          <a:p>
            <a:pPr lvl="2"/>
            <a:r>
              <a:rPr lang="en-US" dirty="0"/>
              <a:t>Level 3</a:t>
            </a:r>
          </a:p>
        </p:txBody>
      </p:sp>
      <p:sp>
        <p:nvSpPr>
          <p:cNvPr id="38" name="Text Placeholder 12">
            <a:extLst>
              <a:ext uri="{FF2B5EF4-FFF2-40B4-BE49-F238E27FC236}">
                <a16:creationId xmlns:a16="http://schemas.microsoft.com/office/drawing/2014/main" id="{4EFE3D21-EBD9-EC22-972D-9122761A58F9}"/>
              </a:ext>
            </a:extLst>
          </p:cNvPr>
          <p:cNvSpPr>
            <a:spLocks noGrp="1" noChangeAspect="1"/>
          </p:cNvSpPr>
          <p:nvPr>
            <p:ph type="body" sz="quarter" idx="137"/>
          </p:nvPr>
        </p:nvSpPr>
        <p:spPr>
          <a:xfrm>
            <a:off x="2823710" y="1094748"/>
            <a:ext cx="1461214" cy="1461214"/>
          </a:xfrm>
          <a:prstGeom prst="ellipse">
            <a:avLst/>
          </a:prstGeom>
          <a:solidFill>
            <a:schemeClr val="accent2">
              <a:lumMod val="10000"/>
              <a:lumOff val="90000"/>
            </a:schemeClr>
          </a:solidFill>
        </p:spPr>
        <p:txBody>
          <a:bodyPr anchor="ctr"/>
          <a:lstStyle>
            <a:lvl1pPr marL="0" indent="0" algn="ctr">
              <a:buNone/>
              <a:defRPr sz="100">
                <a:solidFill>
                  <a:srgbClr val="EEEEEE"/>
                </a:solidFill>
              </a:defRPr>
            </a:lvl1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12">
            <a:extLst>
              <a:ext uri="{FF2B5EF4-FFF2-40B4-BE49-F238E27FC236}">
                <a16:creationId xmlns:a16="http://schemas.microsoft.com/office/drawing/2014/main" id="{4B085F17-7F1B-6000-4E16-D300098A6598}"/>
              </a:ext>
            </a:extLst>
          </p:cNvPr>
          <p:cNvSpPr>
            <a:spLocks noGrp="1" noChangeAspect="1"/>
          </p:cNvSpPr>
          <p:nvPr>
            <p:ph type="body" sz="quarter" idx="138"/>
          </p:nvPr>
        </p:nvSpPr>
        <p:spPr>
          <a:xfrm>
            <a:off x="2860448" y="1131486"/>
            <a:ext cx="1387738" cy="1387738"/>
          </a:xfrm>
          <a:prstGeom prst="pie">
            <a:avLst>
              <a:gd name="adj1" fmla="val 5347108"/>
              <a:gd name="adj2" fmla="val 16243377"/>
            </a:avLst>
          </a:prstGeom>
          <a:solidFill>
            <a:schemeClr val="accent2"/>
          </a:solidFill>
        </p:spPr>
        <p:txBody>
          <a:bodyPr anchor="ctr"/>
          <a:lstStyle>
            <a:lvl1pPr marL="0" indent="0" algn="ctr">
              <a:buNone/>
              <a:defRPr sz="100">
                <a:solidFill>
                  <a:srgbClr val="C6C6C6"/>
                </a:solidFill>
              </a:defRPr>
            </a:lvl1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12">
            <a:extLst>
              <a:ext uri="{FF2B5EF4-FFF2-40B4-BE49-F238E27FC236}">
                <a16:creationId xmlns:a16="http://schemas.microsoft.com/office/drawing/2014/main" id="{EF5C949D-C61C-6EEB-CBEA-BD5C92790D90}"/>
              </a:ext>
            </a:extLst>
          </p:cNvPr>
          <p:cNvSpPr>
            <a:spLocks noGrp="1" noChangeAspect="1"/>
          </p:cNvSpPr>
          <p:nvPr>
            <p:ph type="body" sz="quarter" idx="139" hasCustomPrompt="1"/>
          </p:nvPr>
        </p:nvSpPr>
        <p:spPr>
          <a:xfrm>
            <a:off x="3022416" y="1293454"/>
            <a:ext cx="1063802" cy="1063802"/>
          </a:xfrm>
          <a:prstGeom prst="ellipse">
            <a:avLst/>
          </a:prstGeom>
          <a:solidFill>
            <a:schemeClr val="bg1"/>
          </a:solidFill>
        </p:spPr>
        <p:txBody>
          <a:bodyPr anchor="ctr"/>
          <a:lstStyle>
            <a:lvl1pPr>
              <a:defRPr lang="en-IN" sz="1400" dirty="0">
                <a:solidFill>
                  <a:schemeClr val="tx2"/>
                </a:solidFill>
              </a:defRPr>
            </a:lvl1pPr>
          </a:lstStyle>
          <a:p>
            <a:pPr marL="0" lvl="0" indent="0" algn="ctr">
              <a:buNone/>
            </a:pPr>
            <a:r>
              <a:rPr lang="en-IN" dirty="0"/>
              <a:t>50%</a:t>
            </a:r>
          </a:p>
        </p:txBody>
      </p:sp>
      <p:sp>
        <p:nvSpPr>
          <p:cNvPr id="41" name="Text Placeholder 68">
            <a:extLst>
              <a:ext uri="{FF2B5EF4-FFF2-40B4-BE49-F238E27FC236}">
                <a16:creationId xmlns:a16="http://schemas.microsoft.com/office/drawing/2014/main" id="{5BEEE02C-5625-4E8A-C8D5-C9E93367E1EC}"/>
              </a:ext>
            </a:extLst>
          </p:cNvPr>
          <p:cNvSpPr>
            <a:spLocks noGrp="1"/>
          </p:cNvSpPr>
          <p:nvPr>
            <p:ph type="body" sz="quarter" idx="140" hasCustomPrompt="1"/>
          </p:nvPr>
        </p:nvSpPr>
        <p:spPr>
          <a:xfrm>
            <a:off x="2688532" y="2693584"/>
            <a:ext cx="1731570" cy="358709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accent1"/>
                </a:solidFill>
              </a:defRPr>
            </a:lvl1pPr>
            <a:lvl2pPr marL="342900" indent="0">
              <a:buNone/>
              <a:defRPr/>
            </a:lvl2pPr>
            <a:lvl3pPr marL="685800" indent="0">
              <a:buNone/>
              <a:defRPr/>
            </a:lvl3pPr>
            <a:lvl4pPr marL="1028700" indent="0">
              <a:buNone/>
              <a:defRPr/>
            </a:lvl4pPr>
            <a:lvl5pPr marL="1371600" indent="0">
              <a:buNone/>
              <a:defRPr/>
            </a:lvl5pPr>
          </a:lstStyle>
          <a:p>
            <a:r>
              <a:rPr lang="en-IN" dirty="0"/>
              <a:t>Headline</a:t>
            </a:r>
          </a:p>
        </p:txBody>
      </p:sp>
      <p:sp>
        <p:nvSpPr>
          <p:cNvPr id="42" name="Text Placeholder 17">
            <a:extLst>
              <a:ext uri="{FF2B5EF4-FFF2-40B4-BE49-F238E27FC236}">
                <a16:creationId xmlns:a16="http://schemas.microsoft.com/office/drawing/2014/main" id="{A66B1307-296C-B462-2D37-6DB68E34D93D}"/>
              </a:ext>
            </a:extLst>
          </p:cNvPr>
          <p:cNvSpPr>
            <a:spLocks noGrp="1"/>
          </p:cNvSpPr>
          <p:nvPr>
            <p:ph type="body" sz="quarter" idx="141" hasCustomPrompt="1"/>
          </p:nvPr>
        </p:nvSpPr>
        <p:spPr>
          <a:xfrm>
            <a:off x="2688978" y="3052293"/>
            <a:ext cx="1730678" cy="1455684"/>
          </a:xfrm>
          <a:prstGeom prst="rect">
            <a:avLst/>
          </a:prstGeom>
          <a:noFill/>
          <a:ln>
            <a:noFill/>
          </a:ln>
        </p:spPr>
        <p:txBody>
          <a:bodyPr tIns="90000"/>
          <a:lstStyle>
            <a:lvl1pPr>
              <a:buClr>
                <a:schemeClr val="accent1"/>
              </a:buClr>
              <a:defRPr sz="1050"/>
            </a:lvl1pPr>
            <a:lvl2pPr marL="514350" indent="-171450">
              <a:buClr>
                <a:schemeClr val="accent2"/>
              </a:buClr>
              <a:buFont typeface="Courier New" panose="02070309020205020404" pitchFamily="49" charset="0"/>
              <a:buChar char="o"/>
              <a:defRPr sz="1050"/>
            </a:lvl2pPr>
            <a:lvl3pPr marL="857250" indent="-171450">
              <a:buClr>
                <a:schemeClr val="accent1"/>
              </a:buClr>
              <a:buFont typeface="Wingdings" panose="05000000000000000000" pitchFamily="2" charset="2"/>
              <a:buChar char="§"/>
              <a:defRPr sz="1000"/>
            </a:lvl3pPr>
            <a:lvl4pPr>
              <a:buClr>
                <a:schemeClr val="accent1"/>
              </a:buClr>
              <a:defRPr sz="1000"/>
            </a:lvl4pPr>
            <a:lvl5pPr>
              <a:buClr>
                <a:schemeClr val="accent1"/>
              </a:buClr>
              <a:defRPr sz="1000"/>
            </a:lvl5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IN" dirty="0"/>
              <a:t>This can be used as either bullets/ paragraph</a:t>
            </a:r>
          </a:p>
          <a:p>
            <a:pPr lvl="0"/>
            <a:r>
              <a:rPr lang="en-US" dirty="0"/>
              <a:t>Level 1</a:t>
            </a:r>
          </a:p>
          <a:p>
            <a:pPr lvl="1"/>
            <a:r>
              <a:rPr lang="en-US" dirty="0"/>
              <a:t>Level 2</a:t>
            </a:r>
          </a:p>
          <a:p>
            <a:pPr lvl="2"/>
            <a:r>
              <a:rPr lang="en-US" dirty="0"/>
              <a:t>Level 3</a:t>
            </a:r>
          </a:p>
        </p:txBody>
      </p:sp>
      <p:sp>
        <p:nvSpPr>
          <p:cNvPr id="43" name="Text Placeholder 12">
            <a:extLst>
              <a:ext uri="{FF2B5EF4-FFF2-40B4-BE49-F238E27FC236}">
                <a16:creationId xmlns:a16="http://schemas.microsoft.com/office/drawing/2014/main" id="{27A7BD55-27AD-2511-21BF-EFF44FA657C4}"/>
              </a:ext>
            </a:extLst>
          </p:cNvPr>
          <p:cNvSpPr>
            <a:spLocks noGrp="1" noChangeAspect="1"/>
          </p:cNvSpPr>
          <p:nvPr>
            <p:ph type="body" sz="quarter" idx="142"/>
          </p:nvPr>
        </p:nvSpPr>
        <p:spPr>
          <a:xfrm>
            <a:off x="792828" y="1094748"/>
            <a:ext cx="1461214" cy="1461214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anchor="ctr"/>
          <a:lstStyle>
            <a:lvl1pPr marL="0" indent="0" algn="ctr">
              <a:buNone/>
              <a:defRPr sz="100">
                <a:solidFill>
                  <a:srgbClr val="EEEEEE"/>
                </a:solidFill>
              </a:defRPr>
            </a:lvl1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12">
            <a:extLst>
              <a:ext uri="{FF2B5EF4-FFF2-40B4-BE49-F238E27FC236}">
                <a16:creationId xmlns:a16="http://schemas.microsoft.com/office/drawing/2014/main" id="{86D56976-B74B-68B9-FA67-2EE326DB07C6}"/>
              </a:ext>
            </a:extLst>
          </p:cNvPr>
          <p:cNvSpPr>
            <a:spLocks noGrp="1" noChangeAspect="1"/>
          </p:cNvSpPr>
          <p:nvPr>
            <p:ph type="body" sz="quarter" idx="143"/>
          </p:nvPr>
        </p:nvSpPr>
        <p:spPr>
          <a:xfrm>
            <a:off x="829566" y="1131486"/>
            <a:ext cx="1387738" cy="1387738"/>
          </a:xfrm>
          <a:prstGeom prst="pie">
            <a:avLst>
              <a:gd name="adj1" fmla="val 59993"/>
              <a:gd name="adj2" fmla="val 16243377"/>
            </a:avLst>
          </a:prstGeom>
          <a:solidFill>
            <a:schemeClr val="accent1"/>
          </a:solidFill>
        </p:spPr>
        <p:txBody>
          <a:bodyPr anchor="ctr"/>
          <a:lstStyle>
            <a:lvl1pPr marL="0" indent="0" algn="ctr">
              <a:buNone/>
              <a:defRPr sz="100">
                <a:solidFill>
                  <a:srgbClr val="C6C6C6"/>
                </a:solidFill>
              </a:defRPr>
            </a:lvl1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Text Placeholder 12">
            <a:extLst>
              <a:ext uri="{FF2B5EF4-FFF2-40B4-BE49-F238E27FC236}">
                <a16:creationId xmlns:a16="http://schemas.microsoft.com/office/drawing/2014/main" id="{1596CC89-9B07-051E-A0ED-704C62673EDB}"/>
              </a:ext>
            </a:extLst>
          </p:cNvPr>
          <p:cNvSpPr>
            <a:spLocks noGrp="1" noChangeAspect="1"/>
          </p:cNvSpPr>
          <p:nvPr>
            <p:ph type="body" sz="quarter" idx="144" hasCustomPrompt="1"/>
          </p:nvPr>
        </p:nvSpPr>
        <p:spPr>
          <a:xfrm>
            <a:off x="991534" y="1293454"/>
            <a:ext cx="1063802" cy="1063802"/>
          </a:xfrm>
          <a:prstGeom prst="ellipse">
            <a:avLst/>
          </a:prstGeom>
          <a:solidFill>
            <a:schemeClr val="bg1"/>
          </a:solidFill>
        </p:spPr>
        <p:txBody>
          <a:bodyPr anchor="ctr"/>
          <a:lstStyle>
            <a:lvl1pPr marL="0" indent="0" algn="ctr">
              <a:buNone/>
              <a:defRPr sz="1400">
                <a:solidFill>
                  <a:schemeClr val="tx2"/>
                </a:solidFill>
              </a:defRPr>
            </a:lvl1pPr>
            <a:lvl5pPr>
              <a:defRPr/>
            </a:lvl5pPr>
          </a:lstStyle>
          <a:p>
            <a:pPr lvl="0"/>
            <a:r>
              <a:rPr lang="en-IN" dirty="0"/>
              <a:t>75%</a:t>
            </a:r>
          </a:p>
        </p:txBody>
      </p:sp>
      <p:sp>
        <p:nvSpPr>
          <p:cNvPr id="46" name="Text Placeholder 68">
            <a:extLst>
              <a:ext uri="{FF2B5EF4-FFF2-40B4-BE49-F238E27FC236}">
                <a16:creationId xmlns:a16="http://schemas.microsoft.com/office/drawing/2014/main" id="{34B0D078-2308-E287-E184-60EDDCDD1C22}"/>
              </a:ext>
            </a:extLst>
          </p:cNvPr>
          <p:cNvSpPr>
            <a:spLocks noGrp="1"/>
          </p:cNvSpPr>
          <p:nvPr>
            <p:ph type="body" sz="quarter" idx="145" hasCustomPrompt="1"/>
          </p:nvPr>
        </p:nvSpPr>
        <p:spPr>
          <a:xfrm>
            <a:off x="657650" y="2693584"/>
            <a:ext cx="1731570" cy="358709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accent1"/>
                </a:solidFill>
              </a:defRPr>
            </a:lvl1pPr>
            <a:lvl2pPr marL="342900" indent="0">
              <a:buNone/>
              <a:defRPr/>
            </a:lvl2pPr>
            <a:lvl3pPr marL="685800" indent="0">
              <a:buNone/>
              <a:defRPr/>
            </a:lvl3pPr>
            <a:lvl4pPr marL="1028700" indent="0">
              <a:buNone/>
              <a:defRPr/>
            </a:lvl4pPr>
            <a:lvl5pPr marL="1371600" indent="0">
              <a:buNone/>
              <a:defRPr/>
            </a:lvl5pPr>
          </a:lstStyle>
          <a:p>
            <a:r>
              <a:rPr lang="en-IN" dirty="0"/>
              <a:t>Headline</a:t>
            </a:r>
          </a:p>
        </p:txBody>
      </p:sp>
      <p:sp>
        <p:nvSpPr>
          <p:cNvPr id="47" name="Text Placeholder 17">
            <a:extLst>
              <a:ext uri="{FF2B5EF4-FFF2-40B4-BE49-F238E27FC236}">
                <a16:creationId xmlns:a16="http://schemas.microsoft.com/office/drawing/2014/main" id="{6DFB1F7E-DE1B-A558-5AAB-D3167B352E50}"/>
              </a:ext>
            </a:extLst>
          </p:cNvPr>
          <p:cNvSpPr>
            <a:spLocks noGrp="1"/>
          </p:cNvSpPr>
          <p:nvPr>
            <p:ph type="body" sz="quarter" idx="146" hasCustomPrompt="1"/>
          </p:nvPr>
        </p:nvSpPr>
        <p:spPr>
          <a:xfrm>
            <a:off x="658096" y="3052293"/>
            <a:ext cx="1730678" cy="1455684"/>
          </a:xfrm>
          <a:prstGeom prst="rect">
            <a:avLst/>
          </a:prstGeom>
          <a:noFill/>
          <a:ln>
            <a:noFill/>
          </a:ln>
        </p:spPr>
        <p:txBody>
          <a:bodyPr tIns="90000"/>
          <a:lstStyle>
            <a:lvl1pPr>
              <a:buClr>
                <a:schemeClr val="accent1"/>
              </a:buClr>
              <a:defRPr sz="1050"/>
            </a:lvl1pPr>
            <a:lvl2pPr marL="514350" indent="-171450">
              <a:buClr>
                <a:schemeClr val="accent2"/>
              </a:buClr>
              <a:buFont typeface="Courier New" panose="02070309020205020404" pitchFamily="49" charset="0"/>
              <a:buChar char="o"/>
              <a:defRPr sz="1050"/>
            </a:lvl2pPr>
            <a:lvl3pPr marL="857250" indent="-171450">
              <a:buClr>
                <a:schemeClr val="accent1"/>
              </a:buClr>
              <a:buFont typeface="Wingdings" panose="05000000000000000000" pitchFamily="2" charset="2"/>
              <a:buChar char="§"/>
              <a:defRPr sz="1000"/>
            </a:lvl3pPr>
            <a:lvl4pPr>
              <a:buClr>
                <a:schemeClr val="accent1"/>
              </a:buClr>
              <a:defRPr sz="1000"/>
            </a:lvl4pPr>
            <a:lvl5pPr>
              <a:buClr>
                <a:schemeClr val="accent1"/>
              </a:buClr>
              <a:defRPr sz="1000"/>
            </a:lvl5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IN" dirty="0"/>
              <a:t>This can be used as either bullets/ paragraph</a:t>
            </a:r>
          </a:p>
          <a:p>
            <a:pPr lvl="0"/>
            <a:r>
              <a:rPr lang="en-US" dirty="0"/>
              <a:t>Level 1</a:t>
            </a:r>
          </a:p>
          <a:p>
            <a:pPr lvl="1"/>
            <a:r>
              <a:rPr lang="en-US" dirty="0"/>
              <a:t>Level 2</a:t>
            </a:r>
          </a:p>
          <a:p>
            <a:pPr lvl="2"/>
            <a:r>
              <a:rPr lang="en-US" dirty="0"/>
              <a:t>Level 3</a:t>
            </a:r>
          </a:p>
        </p:txBody>
      </p:sp>
      <p:pic>
        <p:nvPicPr>
          <p:cNvPr id="48" name="Graphic 47">
            <a:extLst>
              <a:ext uri="{FF2B5EF4-FFF2-40B4-BE49-F238E27FC236}">
                <a16:creationId xmlns:a16="http://schemas.microsoft.com/office/drawing/2014/main" id="{7568B14E-620E-C7BB-04DB-EAA069974D81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609" r="21970" b="-6351"/>
          <a:stretch/>
        </p:blipFill>
        <p:spPr>
          <a:xfrm>
            <a:off x="490996" y="4869686"/>
            <a:ext cx="7686676" cy="1975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3892682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Number slide with descri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C5AA4347-1007-81BD-5B10-67FA43883FA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24247" y="994588"/>
            <a:ext cx="4204877" cy="3694746"/>
          </a:xfrm>
          <a:prstGeom prst="rect">
            <a:avLst/>
          </a:prstGeom>
          <a:solidFill>
            <a:schemeClr val="accent4"/>
          </a:solidFill>
        </p:spPr>
        <p:txBody>
          <a:bodyPr anchor="ctr"/>
          <a:lstStyle>
            <a:lvl1pPr marL="0" indent="0" algn="ctr">
              <a:buNone/>
              <a:defRPr sz="6600">
                <a:latin typeface="KareliaWeb Regular" panose="00000500000000000000" pitchFamily="2" charset="0"/>
              </a:defRPr>
            </a:lvl1pPr>
          </a:lstStyle>
          <a:p>
            <a:pPr lvl="0"/>
            <a:r>
              <a:rPr lang="en-IN" dirty="0"/>
              <a:t>2500+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0B36E1D0-68B8-A965-0A1A-DA590EE34C66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358187" y="-1"/>
            <a:ext cx="785814" cy="785814"/>
          </a:xfrm>
          <a:prstGeom prst="rect">
            <a:avLst/>
          </a:prstGeom>
        </p:spPr>
      </p:pic>
      <p:sp>
        <p:nvSpPr>
          <p:cNvPr id="15" name="Title 1">
            <a:extLst>
              <a:ext uri="{FF2B5EF4-FFF2-40B4-BE49-F238E27FC236}">
                <a16:creationId xmlns:a16="http://schemas.microsoft.com/office/drawing/2014/main" id="{51A93513-D318-1B19-286C-9796FF0D752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4247" y="188464"/>
            <a:ext cx="8133940" cy="461665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400" b="0" i="0">
                <a:solidFill>
                  <a:schemeClr val="accent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en-IN" dirty="0"/>
              <a:t>Number slide with description</a:t>
            </a:r>
            <a:endParaRPr lang="en-US" dirty="0"/>
          </a:p>
        </p:txBody>
      </p:sp>
      <p:sp>
        <p:nvSpPr>
          <p:cNvPr id="3" name="Slide Number Placeholder 6">
            <a:extLst>
              <a:ext uri="{FF2B5EF4-FFF2-40B4-BE49-F238E27FC236}">
                <a16:creationId xmlns:a16="http://schemas.microsoft.com/office/drawing/2014/main" id="{B33FD242-5DF9-D71B-3D90-9AD729763446}"/>
              </a:ext>
            </a:extLst>
          </p:cNvPr>
          <p:cNvSpPr txBox="1">
            <a:spLocks/>
          </p:cNvSpPr>
          <p:nvPr userDrawn="1"/>
        </p:nvSpPr>
        <p:spPr>
          <a:xfrm>
            <a:off x="58948" y="4831563"/>
            <a:ext cx="360098" cy="273844"/>
          </a:xfrm>
          <a:prstGeom prst="rect">
            <a:avLst/>
          </a:prstGeom>
        </p:spPr>
        <p:txBody>
          <a:bodyPr vert="horz" lIns="68580" tIns="34290" rIns="68580" bIns="34290" rtlCol="0" anchor="ctr"/>
          <a:lstStyle>
            <a:defPPr>
              <a:defRPr lang="en-US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2B60C70C-E473-9E49-863B-88FCC598397C}" type="slidenum">
              <a:rPr lang="en-US" sz="1000" smtClean="0">
                <a:solidFill>
                  <a:srgbClr val="EB262A"/>
                </a:solidFill>
              </a:rPr>
              <a:pPr algn="ctr"/>
              <a:t>‹#›</a:t>
            </a:fld>
            <a:endParaRPr lang="en-US" sz="1000" dirty="0">
              <a:solidFill>
                <a:srgbClr val="EB262A"/>
              </a:solidFill>
            </a:endParaRP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F16CD8B9-7233-DDDE-8D5F-AC6E9BC98CA7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38351" y="4865781"/>
            <a:ext cx="797806" cy="216000"/>
          </a:xfrm>
          <a:prstGeom prst="rect">
            <a:avLst/>
          </a:prstGeom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AF233205-D56B-DB22-5CB1-4B308A49FB61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609" r="21970" b="-6351"/>
          <a:stretch/>
        </p:blipFill>
        <p:spPr>
          <a:xfrm>
            <a:off x="490996" y="4869686"/>
            <a:ext cx="7686676" cy="197599"/>
          </a:xfrm>
          <a:prstGeom prst="rect">
            <a:avLst/>
          </a:prstGeom>
        </p:spPr>
      </p:pic>
      <p:sp>
        <p:nvSpPr>
          <p:cNvPr id="19" name="Text Placeholder 68">
            <a:extLst>
              <a:ext uri="{FF2B5EF4-FFF2-40B4-BE49-F238E27FC236}">
                <a16:creationId xmlns:a16="http://schemas.microsoft.com/office/drawing/2014/main" id="{6FAFAFC1-6AB8-4C96-F015-5EEC407D05C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637181" y="994588"/>
            <a:ext cx="4282571" cy="358709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accent1"/>
                </a:solidFill>
              </a:defRPr>
            </a:lvl1pPr>
            <a:lvl2pPr marL="342900" indent="0">
              <a:buNone/>
              <a:defRPr/>
            </a:lvl2pPr>
            <a:lvl3pPr marL="685800" indent="0">
              <a:buNone/>
              <a:defRPr/>
            </a:lvl3pPr>
            <a:lvl4pPr marL="1028700" indent="0">
              <a:buNone/>
              <a:defRPr/>
            </a:lvl4pPr>
            <a:lvl5pPr marL="1371600" indent="0">
              <a:buNone/>
              <a:defRPr/>
            </a:lvl5pPr>
          </a:lstStyle>
          <a:p>
            <a:r>
              <a:rPr lang="en-IN" dirty="0"/>
              <a:t>Headline</a:t>
            </a:r>
          </a:p>
        </p:txBody>
      </p:sp>
      <p:sp>
        <p:nvSpPr>
          <p:cNvPr id="6" name="Text Placeholder 17">
            <a:extLst>
              <a:ext uri="{FF2B5EF4-FFF2-40B4-BE49-F238E27FC236}">
                <a16:creationId xmlns:a16="http://schemas.microsoft.com/office/drawing/2014/main" id="{D6BDFB01-C023-6344-EBC0-2F8F33A066F3}"/>
              </a:ext>
            </a:extLst>
          </p:cNvPr>
          <p:cNvSpPr>
            <a:spLocks noGrp="1"/>
          </p:cNvSpPr>
          <p:nvPr>
            <p:ph type="body" sz="quarter" idx="127" hasCustomPrompt="1"/>
          </p:nvPr>
        </p:nvSpPr>
        <p:spPr>
          <a:xfrm>
            <a:off x="4637184" y="1443431"/>
            <a:ext cx="4282570" cy="3251895"/>
          </a:xfrm>
          <a:prstGeom prst="rect">
            <a:avLst/>
          </a:prstGeom>
          <a:noFill/>
          <a:ln>
            <a:noFill/>
          </a:ln>
        </p:spPr>
        <p:txBody>
          <a:bodyPr tIns="90000"/>
          <a:lstStyle>
            <a:lvl1pPr>
              <a:buClr>
                <a:schemeClr val="accent1"/>
              </a:buClr>
              <a:defRPr sz="1050"/>
            </a:lvl1pPr>
            <a:lvl2pPr marL="514350" indent="-171450">
              <a:buClr>
                <a:schemeClr val="accent2"/>
              </a:buClr>
              <a:buFont typeface="Courier New" panose="02070309020205020404" pitchFamily="49" charset="0"/>
              <a:buChar char="o"/>
              <a:defRPr sz="1050"/>
            </a:lvl2pPr>
            <a:lvl3pPr marL="857250" indent="-171450">
              <a:buClr>
                <a:schemeClr val="accent1"/>
              </a:buClr>
              <a:buFont typeface="Wingdings" panose="05000000000000000000" pitchFamily="2" charset="2"/>
              <a:buChar char="§"/>
              <a:defRPr sz="1000"/>
            </a:lvl3pPr>
            <a:lvl4pPr>
              <a:buClr>
                <a:schemeClr val="accent1"/>
              </a:buClr>
              <a:defRPr sz="1000"/>
            </a:lvl4pPr>
            <a:lvl5pPr>
              <a:buClr>
                <a:schemeClr val="accent1"/>
              </a:buClr>
              <a:defRPr sz="1000"/>
            </a:lvl5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IN" dirty="0"/>
              <a:t>This can be used as either bullets/ paragraph</a:t>
            </a:r>
          </a:p>
          <a:p>
            <a:pPr lvl="0"/>
            <a:r>
              <a:rPr lang="en-US" dirty="0"/>
              <a:t>Level 1</a:t>
            </a:r>
          </a:p>
          <a:p>
            <a:pPr lvl="1"/>
            <a:r>
              <a:rPr lang="en-US" dirty="0"/>
              <a:t>Level 2</a:t>
            </a:r>
          </a:p>
          <a:p>
            <a:pPr lvl="2"/>
            <a:r>
              <a:rPr lang="en-US" dirty="0"/>
              <a:t>Level 3</a:t>
            </a:r>
          </a:p>
        </p:txBody>
      </p:sp>
    </p:spTree>
    <p:extLst>
      <p:ext uri="{BB962C8B-B14F-4D97-AF65-F5344CB8AC3E}">
        <p14:creationId xmlns:p14="http://schemas.microsoft.com/office/powerpoint/2010/main" val="1328719702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estion and answer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9343A194-1737-C904-085A-E099231BA55D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358187" y="-1"/>
            <a:ext cx="785814" cy="785814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B182DBE4-58D1-7481-8BF0-1164C75746D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4247" y="188464"/>
            <a:ext cx="8133940" cy="461665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400" b="0" i="0">
                <a:solidFill>
                  <a:schemeClr val="accent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en-IN" dirty="0"/>
              <a:t>Question and answer slide</a:t>
            </a:r>
            <a:endParaRPr lang="en-US" dirty="0"/>
          </a:p>
        </p:txBody>
      </p:sp>
      <p:sp>
        <p:nvSpPr>
          <p:cNvPr id="2" name="Slide Number Placeholder 6">
            <a:extLst>
              <a:ext uri="{FF2B5EF4-FFF2-40B4-BE49-F238E27FC236}">
                <a16:creationId xmlns:a16="http://schemas.microsoft.com/office/drawing/2014/main" id="{09D1577E-73CD-BD76-5613-A5B4040CD7F7}"/>
              </a:ext>
            </a:extLst>
          </p:cNvPr>
          <p:cNvSpPr txBox="1">
            <a:spLocks/>
          </p:cNvSpPr>
          <p:nvPr userDrawn="1"/>
        </p:nvSpPr>
        <p:spPr>
          <a:xfrm>
            <a:off x="58948" y="4831563"/>
            <a:ext cx="360098" cy="273844"/>
          </a:xfrm>
          <a:prstGeom prst="rect">
            <a:avLst/>
          </a:prstGeom>
        </p:spPr>
        <p:txBody>
          <a:bodyPr vert="horz" lIns="68580" tIns="34290" rIns="68580" bIns="34290" rtlCol="0" anchor="ctr"/>
          <a:lstStyle>
            <a:defPPr>
              <a:defRPr lang="en-US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2B60C70C-E473-9E49-863B-88FCC598397C}" type="slidenum">
              <a:rPr lang="en-US" sz="1000" smtClean="0">
                <a:solidFill>
                  <a:srgbClr val="EB262A"/>
                </a:solidFill>
              </a:rPr>
              <a:pPr algn="ctr"/>
              <a:t>‹#›</a:t>
            </a:fld>
            <a:endParaRPr lang="en-US" sz="1000" dirty="0">
              <a:solidFill>
                <a:srgbClr val="EB262A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3A565506-8EFF-23D9-F43B-72EE0E8020AB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38351" y="4865781"/>
            <a:ext cx="797806" cy="216000"/>
          </a:xfrm>
          <a:prstGeom prst="rect">
            <a:avLst/>
          </a:prstGeom>
        </p:spPr>
      </p:pic>
      <p:pic>
        <p:nvPicPr>
          <p:cNvPr id="4" name="Graphic 3">
            <a:extLst>
              <a:ext uri="{FF2B5EF4-FFF2-40B4-BE49-F238E27FC236}">
                <a16:creationId xmlns:a16="http://schemas.microsoft.com/office/drawing/2014/main" id="{77DA1A2D-9B93-9010-BCF0-D7E155B83DFF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609" r="21970" b="-6351"/>
          <a:stretch/>
        </p:blipFill>
        <p:spPr>
          <a:xfrm>
            <a:off x="490996" y="4869686"/>
            <a:ext cx="7686676" cy="197599"/>
          </a:xfrm>
          <a:prstGeom prst="rect">
            <a:avLst/>
          </a:prstGeom>
        </p:spPr>
      </p:pic>
      <p:sp>
        <p:nvSpPr>
          <p:cNvPr id="5" name="Text Placeholder 68">
            <a:extLst>
              <a:ext uri="{FF2B5EF4-FFF2-40B4-BE49-F238E27FC236}">
                <a16:creationId xmlns:a16="http://schemas.microsoft.com/office/drawing/2014/main" id="{49A2FCC1-36D6-A694-65C7-145F451C4AC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098344" y="771384"/>
            <a:ext cx="6874207" cy="1707557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solidFill>
                  <a:schemeClr val="accent1"/>
                </a:solidFill>
              </a:defRPr>
            </a:lvl1pPr>
            <a:lvl2pPr marL="342900" indent="0">
              <a:buNone/>
              <a:defRPr/>
            </a:lvl2pPr>
            <a:lvl3pPr marL="685800" indent="0">
              <a:buNone/>
              <a:defRPr/>
            </a:lvl3pPr>
            <a:lvl4pPr marL="1028700" indent="0">
              <a:buNone/>
              <a:defRPr/>
            </a:lvl4pPr>
            <a:lvl5pPr marL="1371600" indent="0">
              <a:buNone/>
              <a:defRPr/>
            </a:lvl5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IN" dirty="0"/>
              <a:t>Use this slide when you want a Q &amp; A format</a:t>
            </a:r>
          </a:p>
        </p:txBody>
      </p:sp>
      <p:sp>
        <p:nvSpPr>
          <p:cNvPr id="6" name="Text Placeholder 68">
            <a:extLst>
              <a:ext uri="{FF2B5EF4-FFF2-40B4-BE49-F238E27FC236}">
                <a16:creationId xmlns:a16="http://schemas.microsoft.com/office/drawing/2014/main" id="{0DBB181A-317D-B8A0-0DBF-ADBCB117446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098344" y="2650130"/>
            <a:ext cx="6874207" cy="2093320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solidFill>
                  <a:schemeClr val="tx2"/>
                </a:solidFill>
              </a:defRPr>
            </a:lvl1pPr>
            <a:lvl2pPr marL="342900" indent="0">
              <a:buNone/>
              <a:defRPr/>
            </a:lvl2pPr>
            <a:lvl3pPr marL="685800" indent="0">
              <a:buNone/>
              <a:defRPr/>
            </a:lvl3pPr>
            <a:lvl4pPr marL="1028700" indent="0">
              <a:buNone/>
              <a:defRPr/>
            </a:lvl4pPr>
            <a:lvl5pPr marL="1371600" indent="0">
              <a:buNone/>
              <a:defRPr/>
            </a:lvl5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IN" dirty="0"/>
              <a:t>Use this slide when you want a Q &amp; A format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C837794-D6FB-D2DC-CC29-E5A0F884500A}"/>
              </a:ext>
            </a:extLst>
          </p:cNvPr>
          <p:cNvSpPr txBox="1"/>
          <p:nvPr userDrawn="1"/>
        </p:nvSpPr>
        <p:spPr>
          <a:xfrm>
            <a:off x="163116" y="728378"/>
            <a:ext cx="1737495" cy="1793568"/>
          </a:xfrm>
          <a:prstGeom prst="rect">
            <a:avLst/>
          </a:prstGeom>
        </p:spPr>
        <p:txBody>
          <a:bodyPr anchor="ctr"/>
          <a:lstStyle>
            <a:lvl1pPr marR="0" lvl="0" indent="0" fontAlgn="auto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6600">
                <a:solidFill>
                  <a:schemeClr val="accent3"/>
                </a:solidFill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/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/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 algn="ctr"/>
            <a:r>
              <a:rPr lang="en-IN" sz="8800" dirty="0"/>
              <a:t>Q: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9EAC3B0-1C39-68CB-B271-CD0D49B7A5B0}"/>
              </a:ext>
            </a:extLst>
          </p:cNvPr>
          <p:cNvSpPr txBox="1"/>
          <p:nvPr userDrawn="1"/>
        </p:nvSpPr>
        <p:spPr>
          <a:xfrm>
            <a:off x="163116" y="2800006"/>
            <a:ext cx="1737495" cy="1793568"/>
          </a:xfrm>
          <a:prstGeom prst="rect">
            <a:avLst/>
          </a:prstGeom>
        </p:spPr>
        <p:txBody>
          <a:bodyPr anchor="ctr"/>
          <a:lstStyle>
            <a:lvl1pPr marR="0" lvl="0" indent="0" fontAlgn="auto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6600">
                <a:solidFill>
                  <a:schemeClr val="accent3"/>
                </a:solidFill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/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/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 algn="ctr"/>
            <a:r>
              <a:rPr lang="en-IN" sz="8800" dirty="0">
                <a:solidFill>
                  <a:schemeClr val="tx2"/>
                </a:solidFill>
              </a:rPr>
              <a:t>A:</a:t>
            </a:r>
          </a:p>
        </p:txBody>
      </p:sp>
    </p:spTree>
    <p:extLst>
      <p:ext uri="{BB962C8B-B14F-4D97-AF65-F5344CB8AC3E}">
        <p14:creationId xmlns:p14="http://schemas.microsoft.com/office/powerpoint/2010/main" val="301271560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F42CB525-D079-9341-9746-B2A8C2AF9335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358187" y="-1"/>
            <a:ext cx="785814" cy="785814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3CAABBA5-45F1-3BEA-61BA-B1A52152605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4247" y="188464"/>
            <a:ext cx="8133940" cy="461665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400" b="0" i="0">
                <a:solidFill>
                  <a:schemeClr val="accent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en-IN" dirty="0"/>
              <a:t>Blank slide</a:t>
            </a:r>
            <a:endParaRPr lang="en-US" dirty="0"/>
          </a:p>
        </p:txBody>
      </p:sp>
      <p:sp>
        <p:nvSpPr>
          <p:cNvPr id="8" name="Slide Number Placeholder 6">
            <a:extLst>
              <a:ext uri="{FF2B5EF4-FFF2-40B4-BE49-F238E27FC236}">
                <a16:creationId xmlns:a16="http://schemas.microsoft.com/office/drawing/2014/main" id="{1B034F3D-1881-CBAC-5E74-2611532B1665}"/>
              </a:ext>
            </a:extLst>
          </p:cNvPr>
          <p:cNvSpPr txBox="1">
            <a:spLocks/>
          </p:cNvSpPr>
          <p:nvPr userDrawn="1"/>
        </p:nvSpPr>
        <p:spPr>
          <a:xfrm>
            <a:off x="58948" y="4831563"/>
            <a:ext cx="360098" cy="273844"/>
          </a:xfrm>
          <a:prstGeom prst="rect">
            <a:avLst/>
          </a:prstGeom>
        </p:spPr>
        <p:txBody>
          <a:bodyPr vert="horz" lIns="68580" tIns="34290" rIns="68580" bIns="34290" rtlCol="0" anchor="ctr"/>
          <a:lstStyle>
            <a:defPPr>
              <a:defRPr lang="en-US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2B60C70C-E473-9E49-863B-88FCC598397C}" type="slidenum">
              <a:rPr lang="en-US" sz="1000" smtClean="0">
                <a:solidFill>
                  <a:srgbClr val="EB262A"/>
                </a:solidFill>
              </a:rPr>
              <a:pPr algn="ctr"/>
              <a:t>‹#›</a:t>
            </a:fld>
            <a:endParaRPr lang="en-US" sz="1000" dirty="0">
              <a:solidFill>
                <a:srgbClr val="EB262A"/>
              </a:solidFill>
            </a:endParaRP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1E958196-C1A8-0962-717A-9D0F1525CBBB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38351" y="4865781"/>
            <a:ext cx="797806" cy="216000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D6A4EDC6-86CD-45A3-E23F-CF4D72FBEEDB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609" r="21970" b="-6351"/>
          <a:stretch/>
        </p:blipFill>
        <p:spPr>
          <a:xfrm>
            <a:off x="490996" y="4869686"/>
            <a:ext cx="7686676" cy="1975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3266672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4F902CB6-B844-12AC-3AE2-6E9CE26C6EC5}"/>
              </a:ext>
            </a:extLst>
          </p:cNvPr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13">
              <a:solidFill>
                <a:srgbClr val="1C1C1C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FB1EA25-0186-B795-8D8F-CD4B4B4AF240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9147504" cy="5143500"/>
          </a:xfrm>
          <a:prstGeom prst="rect">
            <a:avLst/>
          </a:prstGeom>
        </p:spPr>
      </p:pic>
      <p:sp>
        <p:nvSpPr>
          <p:cNvPr id="5" name="Text Placeholder 12">
            <a:extLst>
              <a:ext uri="{FF2B5EF4-FFF2-40B4-BE49-F238E27FC236}">
                <a16:creationId xmlns:a16="http://schemas.microsoft.com/office/drawing/2014/main" id="{665C09CC-F86C-7825-DBC3-9102C19ED6E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159794" y="2050256"/>
            <a:ext cx="4824413" cy="1042988"/>
          </a:xfrm>
          <a:prstGeom prst="rect">
            <a:avLst/>
          </a:prstGeom>
        </p:spPr>
        <p:txBody>
          <a:bodyPr lIns="0" rIns="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4000" b="0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  <a:lvl2pPr marL="342900" indent="0">
              <a:buNone/>
              <a:defRPr sz="60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685800" indent="0">
              <a:buNone/>
              <a:defRPr sz="60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028700" indent="0">
              <a:buNone/>
              <a:defRPr sz="60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1371600" indent="0">
              <a:buNone/>
              <a:defRPr sz="600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Thank you</a:t>
            </a:r>
          </a:p>
        </p:txBody>
      </p:sp>
      <p:sp>
        <p:nvSpPr>
          <p:cNvPr id="12" name="Text Placeholder 12">
            <a:extLst>
              <a:ext uri="{FF2B5EF4-FFF2-40B4-BE49-F238E27FC236}">
                <a16:creationId xmlns:a16="http://schemas.microsoft.com/office/drawing/2014/main" id="{F896FDAC-00EC-8FB9-63EA-6B2C47677C4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143125" y="3257551"/>
            <a:ext cx="4857750" cy="481964"/>
          </a:xfrm>
          <a:prstGeom prst="rect">
            <a:avLst/>
          </a:prstGeom>
        </p:spPr>
        <p:txBody>
          <a:bodyPr lIns="0" rIns="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800" b="0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  <a:lvl2pPr marL="342900" indent="0">
              <a:buNone/>
              <a:defRPr sz="60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685800" indent="0">
              <a:buNone/>
              <a:defRPr sz="60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028700" indent="0">
              <a:buNone/>
              <a:defRPr sz="60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1371600" indent="0">
              <a:buNone/>
              <a:defRPr sz="600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email-id@prodapt.com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33049DB-42A3-ACD1-B126-F15A1715F1FB}"/>
              </a:ext>
            </a:extLst>
          </p:cNvPr>
          <p:cNvSpPr txBox="1"/>
          <p:nvPr/>
        </p:nvSpPr>
        <p:spPr>
          <a:xfrm>
            <a:off x="7098454" y="4588915"/>
            <a:ext cx="179517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kumimoji="0" lang="en-IN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j-lt"/>
                <a:ea typeface="+mn-ea"/>
                <a:cs typeface="+mn-cs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www.prodapt.com</a:t>
            </a:r>
            <a:endParaRPr lang="en-IN" sz="1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2446ED3-02FD-680A-5FF0-21AAB938D96F}"/>
              </a:ext>
            </a:extLst>
          </p:cNvPr>
          <p:cNvSpPr txBox="1"/>
          <p:nvPr userDrawn="1"/>
        </p:nvSpPr>
        <p:spPr>
          <a:xfrm>
            <a:off x="250370" y="4588915"/>
            <a:ext cx="275190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IN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© Prodapt. All rights reserved.</a:t>
            </a:r>
            <a:endParaRPr lang="en-IN" sz="1000" dirty="0"/>
          </a:p>
        </p:txBody>
      </p:sp>
    </p:spTree>
    <p:extLst>
      <p:ext uri="{BB962C8B-B14F-4D97-AF65-F5344CB8AC3E}">
        <p14:creationId xmlns:p14="http://schemas.microsoft.com/office/powerpoint/2010/main" val="28231528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067276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4" r:id="rId1"/>
    <p:sldLayoutId id="2147483733" r:id="rId2"/>
    <p:sldLayoutId id="2147483736" r:id="rId3"/>
    <p:sldLayoutId id="2147483735" r:id="rId4"/>
    <p:sldLayoutId id="2147483737" r:id="rId5"/>
    <p:sldLayoutId id="2147483738" r:id="rId6"/>
    <p:sldLayoutId id="2147483740" r:id="rId7"/>
    <p:sldLayoutId id="2147483705" r:id="rId8"/>
    <p:sldLayoutId id="2147483739" r:id="rId9"/>
    <p:sldLayoutId id="2147483714" r:id="rId10"/>
    <p:sldLayoutId id="2147483756" r:id="rId11"/>
    <p:sldLayoutId id="2147483711" r:id="rId12"/>
    <p:sldLayoutId id="2147483718" r:id="rId13"/>
    <p:sldLayoutId id="2147483716" r:id="rId14"/>
    <p:sldLayoutId id="2147483741" r:id="rId15"/>
    <p:sldLayoutId id="2147483710" r:id="rId16"/>
    <p:sldLayoutId id="2147483742" r:id="rId17"/>
    <p:sldLayoutId id="2147483743" r:id="rId18"/>
    <p:sldLayoutId id="2147483744" r:id="rId19"/>
    <p:sldLayoutId id="2147483745" r:id="rId20"/>
    <p:sldLayoutId id="2147483746" r:id="rId21"/>
    <p:sldLayoutId id="2147483747" r:id="rId22"/>
    <p:sldLayoutId id="2147483748" r:id="rId23"/>
    <p:sldLayoutId id="2147483749" r:id="rId24"/>
    <p:sldLayoutId id="2147483750" r:id="rId25"/>
    <p:sldLayoutId id="2147483751" r:id="rId26"/>
    <p:sldLayoutId id="2147483717" r:id="rId27"/>
    <p:sldLayoutId id="2147483715" r:id="rId28"/>
    <p:sldLayoutId id="2147483719" r:id="rId29"/>
    <p:sldLayoutId id="2147483729" r:id="rId30"/>
    <p:sldLayoutId id="2147483726" r:id="rId31"/>
    <p:sldLayoutId id="2147483725" r:id="rId32"/>
    <p:sldLayoutId id="2147483722" r:id="rId33"/>
    <p:sldLayoutId id="2147483723" r:id="rId34"/>
    <p:sldLayoutId id="2147483724" r:id="rId35"/>
    <p:sldLayoutId id="2147483727" r:id="rId36"/>
    <p:sldLayoutId id="2147483728" r:id="rId37"/>
    <p:sldLayoutId id="2147483732" r:id="rId38"/>
    <p:sldLayoutId id="2147483731" r:id="rId39"/>
    <p:sldLayoutId id="2147483752" r:id="rId40"/>
    <p:sldLayoutId id="2147483755" r:id="rId41"/>
    <p:sldLayoutId id="2147483753" r:id="rId42"/>
    <p:sldLayoutId id="2147483754" r:id="rId43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sz="3600" b="1"/>
              <a:t>FaultSense AI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sz="1300"/>
              <a:t>AI-Powered Telecom Network Fault Intelligence Platform</a:t>
            </a:r>
          </a:p>
          <a:p>
            <a:r>
              <a:rPr sz="1300"/>
              <a:t>RAG + LangGraph Multi-Agent Pipeline  ·  GPT-4o  ·  LangSmith  ·  DeepEval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Problem Statement — The NOC Engineer's Challenge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93" sz="quarter"/>
          </p:nvPr>
        </p:nvSpPr>
        <p:spPr/>
        <p:txBody>
          <a:bodyPr/>
          <a:lstStyle/>
          <a:p>
            <a:r>
              <a:t>📊  The Scale Problem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96" sz="quarter"/>
          </p:nvPr>
        </p:nvSpPr>
        <p:spPr/>
        <p:txBody>
          <a:bodyPr/>
          <a:lstStyle/>
          <a:p>
            <a:r>
              <a:t>⚠  The Pain Points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99" sz="quarter"/>
          </p:nvPr>
        </p:nvSpPr>
        <p:spPr/>
        <p:txBody>
          <a:bodyPr/>
          <a:lstStyle/>
          <a:p>
            <a:r>
              <a:t>💡  Why It Matters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01" sz="quarter"/>
          </p:nvPr>
        </p:nvSpPr>
        <p:spPr/>
        <p:txBody>
          <a:bodyPr/>
          <a:lstStyle/>
          <a:p>
            <a:r>
              <a:rPr sz="950"/>
              <a:t>100+ alarms fired per hour during a NOC shift</a:t>
            </a:r>
          </a:p>
          <a:p>
            <a:r>
              <a:rPr sz="950"/>
              <a:t>45+ minutes to manually identify root cause</a:t>
            </a:r>
          </a:p>
          <a:p>
            <a:r>
              <a:rPr sz="950"/>
              <a:t>Engineers context-switch across 3-4 tools</a:t>
            </a:r>
          </a:p>
          <a:p>
            <a:r>
              <a:rPr sz="950"/>
              <a:t>No unified view of related alarms</a:t>
            </a:r>
          </a:p>
          <a:p>
            <a:r>
              <a:rPr sz="950"/>
              <a:t>→ Critical SLAs missed under manual triage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07" sz="quarter"/>
          </p:nvPr>
        </p:nvSpPr>
        <p:spPr/>
        <p:txBody>
          <a:bodyPr/>
          <a:lstStyle/>
          <a:p>
            <a:r>
              <a:rPr sz="950"/>
              <a:t>Root causes buried across EMS, NMS, tickets, vendor dashboards</a:t>
            </a:r>
          </a:p>
          <a:p>
            <a:r>
              <a:rPr sz="950"/>
              <a:t>Spatial and temporal alarm correlation missed entirely</a:t>
            </a:r>
          </a:p>
          <a:p>
            <a:r>
              <a:rPr sz="950"/>
              <a:t>Recurring incidents — resolutions never systematically mined</a:t>
            </a:r>
          </a:p>
          <a:p>
            <a:r>
              <a:rPr sz="950"/>
              <a:t>Junior engineers lack domain knowledge for fast diagnosis</a:t>
            </a:r>
          </a:p>
          <a:p>
            <a:r>
              <a:rPr sz="950"/>
              <a:t>→ Productivity lost to repetitive manual analysis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09" sz="quarter"/>
          </p:nvPr>
        </p:nvSpPr>
        <p:spPr/>
        <p:txBody>
          <a:bodyPr/>
          <a:lstStyle/>
          <a:p>
            <a:r>
              <a:rPr sz="950"/>
              <a:t>60% of incidents recur without a systemic fix applied</a:t>
            </a:r>
          </a:p>
          <a:p>
            <a:r>
              <a:rPr sz="950"/>
              <a:t>Each unresolved hour costs revenue and subscriber trust</a:t>
            </a:r>
          </a:p>
          <a:p>
            <a:r>
              <a:rPr sz="950"/>
              <a:t>CRITICAL faults need emergency + regulatory context fast</a:t>
            </a:r>
          </a:p>
          <a:p>
            <a:r>
              <a:rPr sz="950"/>
              <a:t>Traditional rule-based NOC tools cannot reason across incidents</a:t>
            </a:r>
          </a:p>
          <a:p>
            <a:r>
              <a:rPr sz="950"/>
              <a:t>→ A purpose-built AI platform is the answer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93" sz="quarter"/>
          </p:nvPr>
        </p:nvSpPr>
        <p:spPr/>
        <p:txBody>
          <a:bodyPr/>
          <a:lstStyle/>
          <a:p>
            <a:r>
              <a:t>📊  Analytics &amp; Forecast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2" sz="quarter"/>
          </p:nvPr>
        </p:nvSpPr>
        <p:spPr/>
        <p:txBody>
          <a:bodyPr/>
          <a:lstStyle/>
          <a:p>
            <a:r>
              <a:t>📋  Auto RAG Evaluation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3" sz="quarter"/>
          </p:nvPr>
        </p:nvSpPr>
        <p:spPr/>
        <p:txBody>
          <a:bodyPr/>
          <a:lstStyle/>
          <a:p>
            <a:r>
              <a:t>🛡  Guardrail Validation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28" sz="quarter"/>
          </p:nvPr>
        </p:nvSpPr>
        <p:spPr/>
        <p:txBody>
          <a:bodyPr/>
          <a:lstStyle/>
          <a:p>
            <a:r>
              <a:t>🔍  Hybrid RAG Search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9" sz="quarter"/>
          </p:nvPr>
        </p:nvSpPr>
        <p:spPr/>
        <p:txBody>
          <a:bodyPr/>
          <a:lstStyle/>
          <a:p>
            <a:r>
              <a:t>🤖  5-Node LangGraph Pipeline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30" sz="quarter"/>
          </p:nvPr>
        </p:nvSpPr>
        <p:spPr/>
        <p:txBody>
          <a:bodyPr/>
          <a:lstStyle/>
          <a:p>
            <a:r>
              <a:t>🎯  Root Cause &amp; Service Impact</a:t>
            </a:r>
          </a:p>
        </p:txBody>
      </p:sp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FaultSense AI — Introducing the Solution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111" sz="quarter"/>
          </p:nvPr>
        </p:nvSpPr>
        <p:spPr/>
        <p:txBody>
          <a:bodyPr/>
          <a:lstStyle/>
          <a:p>
            <a:r>
              <a:rPr sz="900"/>
              <a:t>Faithfulness · Answer Relevancy</a:t>
            </a:r>
          </a:p>
          <a:p>
            <a:r>
              <a:rPr sz="900"/>
              <a:t>Context Precision (RAGAS-aligned)</a:t>
            </a:r>
          </a:p>
          <a:p>
            <a:r>
              <a:rPr sz="900"/>
              <a:t>Runs automatically after every analysis</a:t>
            </a:r>
          </a:p>
          <a:p>
            <a:r>
              <a:rPr sz="900"/>
              <a:t>Expandable per-metric detail panels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103" sz="quarter"/>
          </p:nvPr>
        </p:nvSpPr>
        <p:spPr/>
        <p:txBody>
          <a:bodyPr/>
          <a:lstStyle/>
          <a:p>
            <a:r>
              <a:rPr sz="900"/>
              <a:t>Input validation (length/format)</a:t>
            </a:r>
          </a:p>
          <a:p>
            <a:r>
              <a:rPr sz="900"/>
              <a:t>Injection detection (10 patterns)</a:t>
            </a:r>
          </a:p>
          <a:p>
            <a:r>
              <a:rPr sz="900"/>
              <a:t>Telecom relevance (keyword check)</a:t>
            </a:r>
          </a:p>
          <a:p>
            <a:r>
              <a:rPr sz="900"/>
              <a:t>Returns structured 200 — never 422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idx="123" sz="quarter"/>
          </p:nvPr>
        </p:nvSpPr>
        <p:spPr/>
        <p:txBody>
          <a:bodyPr/>
          <a:lstStyle/>
          <a:p>
            <a:r>
              <a:rPr sz="900"/>
              <a:t>Real-time KPI dashboard</a:t>
            </a:r>
          </a:p>
          <a:p>
            <a:r>
              <a:rPr sz="900"/>
              <a:t>30-day trend sparkline</a:t>
            </a:r>
          </a:p>
          <a:p>
            <a:r>
              <a:rPr sz="900"/>
              <a:t>Vendor &amp; technology breakdown</a:t>
            </a:r>
          </a:p>
          <a:p>
            <a:r>
              <a:rPr sz="900"/>
              <a:t>AI predictive outage forecast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idx="125" sz="quarter"/>
          </p:nvPr>
        </p:nvSpPr>
        <p:spPr/>
        <p:txBody>
          <a:bodyPr/>
          <a:lstStyle/>
          <a:p>
            <a:r>
              <a:rPr sz="900"/>
              <a:t>Guardrail → Retrieval → Correlation</a:t>
            </a:r>
          </a:p>
          <a:p>
            <a:r>
              <a:rPr sz="900"/>
              <a:t>Root Cause → Service Impact → Resolution</a:t>
            </a:r>
          </a:p>
          <a:p>
            <a:r>
              <a:rPr sz="900"/>
              <a:t>Conditional edge for CRITICAL incidents</a:t>
            </a:r>
          </a:p>
          <a:p>
            <a:r>
              <a:rPr sz="900"/>
              <a:t>Full FaultAnalysisState shared across nodes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127" sz="quarter"/>
          </p:nvPr>
        </p:nvSpPr>
        <p:spPr/>
        <p:txBody>
          <a:bodyPr/>
          <a:lstStyle/>
          <a:p>
            <a:r>
              <a:rPr sz="900"/>
              <a:t>GPT-4o chain-of-thought grounded in alarms</a:t>
            </a:r>
          </a:p>
          <a:p>
            <a:r>
              <a:rPr sz="900"/>
              <a:t>Subscriber blast radius assessment</a:t>
            </a:r>
          </a:p>
          <a:p>
            <a:r>
              <a:rPr sz="900"/>
              <a:t>SLA breach risk identification</a:t>
            </a:r>
          </a:p>
          <a:p>
            <a:r>
              <a:rPr sz="900"/>
              <a:t>Cascading failure path analysis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idx="132" sz="quarter"/>
          </p:nvPr>
        </p:nvSpPr>
        <p:spPr/>
        <p:txBody>
          <a:bodyPr/>
          <a:lstStyle/>
          <a:p>
            <a:r>
              <a:rPr sz="900"/>
              <a:t>ChromaDB semantic + BM25 keyword</a:t>
            </a:r>
          </a:p>
          <a:p>
            <a:r>
              <a:rPr sz="900"/>
              <a:t>RRF fusion k=60 (Cormack 2009)</a:t>
            </a:r>
          </a:p>
          <a:p>
            <a:r>
              <a:rPr sz="900"/>
              <a:t>23% better recall vs semantic-only</a:t>
            </a:r>
          </a:p>
          <a:p>
            <a:r>
              <a:rPr sz="900"/>
              <a:t>LLM cross-encoder reranking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System Architecture — End-to-End Flow</a:t>
            </a:r>
          </a:p>
        </p:txBody>
      </p:sp>
      <p:sp>
        <p:nvSpPr>
          <p:cNvPr id="3" name="Rectangle 2"/>
          <p:cNvSpPr/>
          <p:nvPr/>
        </p:nvSpPr>
        <p:spPr>
          <a:xfrm>
            <a:off x="3246120" y="713232"/>
            <a:ext cx="2651760" cy="402336"/>
          </a:xfrm>
          <a:prstGeom prst="rect">
            <a:avLst/>
          </a:prstGeom>
          <a:solidFill>
            <a:srgbClr val="EFF6FF"/>
          </a:solidFill>
          <a:ln w="15240">
            <a:solidFill>
              <a:srgbClr val="1B6E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64408" y="758952"/>
            <a:ext cx="26151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B2A4A"/>
                </a:solidFill>
                <a:latin typeface="Calibri"/>
              </a:rPr>
              <a:t>👤  NOC Engineer  —  Plain-English Fault Query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53712" y="1115568"/>
            <a:ext cx="36576" cy="182880"/>
          </a:xfrm>
          <a:prstGeom prst="rect">
            <a:avLst/>
          </a:prstGeom>
          <a:solidFill>
            <a:srgbClr val="1B6E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17720" y="1143000"/>
            <a:ext cx="6858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  <a:latin typeface="Calibri"/>
              </a:rPr>
              <a:t>Browser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" y="1298448"/>
            <a:ext cx="8686800" cy="548640"/>
          </a:xfrm>
          <a:prstGeom prst="rect">
            <a:avLst/>
          </a:prstGeom>
          <a:solidFill>
            <a:srgbClr val="EBF5FF"/>
          </a:solidFill>
          <a:ln w="19050">
            <a:solidFill>
              <a:srgbClr val="1B6E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28600" y="1298448"/>
            <a:ext cx="8686800" cy="50292"/>
          </a:xfrm>
          <a:prstGeom prst="rect">
            <a:avLst/>
          </a:prstGeom>
          <a:solidFill>
            <a:srgbClr val="1B6E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371600"/>
            <a:ext cx="8458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B6EC2"/>
                </a:solidFill>
                <a:latin typeface="Calibri"/>
              </a:rPr>
              <a:t>⚛  React Frontend  ·  Vite + TypeScript  ·  4 Modes: Query | Deep Analysis | Analytics | Evaluation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645920"/>
            <a:ext cx="8458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64748B"/>
                </a:solidFill>
                <a:latin typeface="Calibri"/>
              </a:rPr>
              <a:t>QueryInput · IncidentCard · AgentTrace · RootCausePanel · AnalyticsDashboard · EvaluationPanel · GuardrailPanel · ErrorBoundary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53712" y="1847088"/>
            <a:ext cx="36576" cy="182880"/>
          </a:xfrm>
          <a:prstGeom prst="rect">
            <a:avLst/>
          </a:prstGeom>
          <a:solidFill>
            <a:srgbClr val="1B6E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17720" y="1874519"/>
            <a:ext cx="9144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  <a:latin typeface="Calibri"/>
              </a:rPr>
              <a:t>HTTP / axios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8600" y="2029968"/>
            <a:ext cx="8686800" cy="530352"/>
          </a:xfrm>
          <a:prstGeom prst="rect">
            <a:avLst/>
          </a:prstGeom>
          <a:solidFill>
            <a:srgbClr val="EDFDF4"/>
          </a:solidFill>
          <a:ln w="19050">
            <a:solidFill>
              <a:srgbClr val="147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28600" y="2029968"/>
            <a:ext cx="8686800" cy="50292"/>
          </a:xfrm>
          <a:prstGeom prst="rect">
            <a:avLst/>
          </a:prstGeom>
          <a:solidFill>
            <a:srgbClr val="147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2103120"/>
            <a:ext cx="8458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47A40"/>
                </a:solidFill>
                <a:latin typeface="Calibri"/>
              </a:rPr>
              <a:t>⚡  FastAPI Backend  ·  Uvicorn  ·  Python 3.11  ·  Port 8000  ·  LangSmith bootstrap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2359152"/>
            <a:ext cx="8458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64748B"/>
                </a:solidFill>
                <a:latin typeface="Calibri"/>
              </a:rPr>
              <a:t>/api/query  ·  /api/analyze  ·  /api/ingest  ·  /health  ·  /analytics/*  ·  /summarize  ·  /evaluate  ·  /rerank  ·  /incidents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194560" y="2560320"/>
            <a:ext cx="36576" cy="201168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554480" y="2596896"/>
            <a:ext cx="5943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B45309"/>
                </a:solidFill>
                <a:latin typeface="Calibri"/>
              </a:rPr>
              <a:t>Quick RAG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10528" y="2560320"/>
            <a:ext cx="36576" cy="201168"/>
          </a:xfrm>
          <a:prstGeom prst="rect">
            <a:avLst/>
          </a:prstGeom>
          <a:solidFill>
            <a:srgbClr val="6B21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2596896"/>
            <a:ext cx="6858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B21A8"/>
                </a:solidFill>
                <a:latin typeface="Calibri"/>
              </a:rPr>
              <a:t>LangGraph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231136" y="2724912"/>
            <a:ext cx="4315968" cy="2743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28600" y="2761488"/>
            <a:ext cx="4023360" cy="1051560"/>
          </a:xfrm>
          <a:prstGeom prst="rect">
            <a:avLst/>
          </a:prstGeom>
          <a:solidFill>
            <a:srgbClr val="FFFBEB"/>
          </a:solidFill>
          <a:ln w="19050"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28600" y="2761488"/>
            <a:ext cx="4023360" cy="50292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38328" y="2852928"/>
            <a:ext cx="37947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B45309"/>
                </a:solidFill>
                <a:latin typeface="Calibri"/>
              </a:rPr>
              <a:t>🔍  RAG Pipeline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8328" y="3108960"/>
            <a:ext cx="37947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E293B"/>
                </a:solidFill>
                <a:latin typeface="Calibri"/>
              </a:rPr>
              <a:t>EmbeddingManager  →  ChromaDBStore  →  BM25Index  →  HybridRetriever (RRF k=60)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8328" y="3355848"/>
            <a:ext cx="37947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  <a:latin typeface="Calibri"/>
              </a:rPr>
              <a:t>text-embedding-3-small  ·  3 workers  ·  batch 512  ·  LLM Reranker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97680" y="3268979"/>
            <a:ext cx="411480" cy="32004"/>
          </a:xfrm>
          <a:prstGeom prst="rect">
            <a:avLst/>
          </a:prstGeom>
          <a:solidFill>
            <a:srgbClr val="6B21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97680" y="3104387"/>
            <a:ext cx="47548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 i="0">
                <a:solidFill>
                  <a:srgbClr val="6B21A8"/>
                </a:solidFill>
                <a:latin typeface="Calibri"/>
              </a:rPr>
              <a:t>search()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736592" y="2761488"/>
            <a:ext cx="4178808" cy="1051560"/>
          </a:xfrm>
          <a:prstGeom prst="rect">
            <a:avLst/>
          </a:prstGeom>
          <a:solidFill>
            <a:srgbClr val="F5F3FF"/>
          </a:solidFill>
          <a:ln w="19050">
            <a:solidFill>
              <a:srgbClr val="6B21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736592" y="2761488"/>
            <a:ext cx="4178808" cy="50292"/>
          </a:xfrm>
          <a:prstGeom prst="rect">
            <a:avLst/>
          </a:prstGeom>
          <a:solidFill>
            <a:srgbClr val="6B21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46320" y="2852928"/>
            <a:ext cx="3977639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B21A8"/>
                </a:solidFill>
                <a:latin typeface="Calibri"/>
              </a:rPr>
              <a:t>🤖  LangGraph 5-Node Pipeline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46320" y="3108960"/>
            <a:ext cx="3977639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Guardrail  →  [1] Retrieval  →  [2] Correlation  →  [3] Root Cause  →  [4] Service Impact (+fork)  →  [5] Resolution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46320" y="3355848"/>
            <a:ext cx="3977639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  <a:latin typeface="Calibri"/>
              </a:rPr>
              <a:t>GPT-4o reasoning  ·  CRITICAL escalation fork  ·  Structured JSON output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28600" y="3941063"/>
            <a:ext cx="2651760" cy="512064"/>
          </a:xfrm>
          <a:prstGeom prst="rect">
            <a:avLst/>
          </a:prstGeom>
          <a:solidFill>
            <a:srgbClr val="F1F5F9"/>
          </a:solidFill>
          <a:ln w="1016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28600" y="3941063"/>
            <a:ext cx="2651760" cy="4572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38328" y="4023359"/>
            <a:ext cx="243230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E293B"/>
                </a:solidFill>
                <a:latin typeface="Calibri"/>
              </a:rPr>
              <a:t>🗂  Storage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8" y="4233672"/>
            <a:ext cx="243230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  <a:latin typeface="Calibri"/>
              </a:rPr>
              <a:t>ChromaDB  ·  BM25  ·  telecom_incidents.csv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27248" y="3941063"/>
            <a:ext cx="1874519" cy="512064"/>
          </a:xfrm>
          <a:prstGeom prst="rect">
            <a:avLst/>
          </a:prstGeom>
          <a:solidFill>
            <a:srgbClr val="EEF2FF"/>
          </a:solidFill>
          <a:ln w="10160">
            <a:solidFill>
              <a:srgbClr val="1B6E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127248" y="3941063"/>
            <a:ext cx="1874519" cy="45720"/>
          </a:xfrm>
          <a:prstGeom prst="rect">
            <a:avLst/>
          </a:prstGeom>
          <a:solidFill>
            <a:srgbClr val="1B6E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236976" y="4023359"/>
            <a:ext cx="16642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B6EC2"/>
                </a:solidFill>
                <a:latin typeface="Calibri"/>
              </a:rPr>
              <a:t>🧠  OpenAI API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36976" y="4233672"/>
            <a:ext cx="166420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  <a:latin typeface="Calibri"/>
              </a:rPr>
              <a:t>GPT-4o  ·  text-embedding-3-small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12080" y="3941063"/>
            <a:ext cx="1874519" cy="512064"/>
          </a:xfrm>
          <a:prstGeom prst="rect">
            <a:avLst/>
          </a:prstGeom>
          <a:solidFill>
            <a:srgbClr val="ECFDF5"/>
          </a:solidFill>
          <a:ln w="10160">
            <a:solidFill>
              <a:srgbClr val="0D7E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212080" y="3941063"/>
            <a:ext cx="1874519" cy="45720"/>
          </a:xfrm>
          <a:prstGeom prst="rect">
            <a:avLst/>
          </a:prstGeom>
          <a:solidFill>
            <a:srgbClr val="0D7E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321808" y="4023359"/>
            <a:ext cx="16642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D7E6D"/>
                </a:solidFill>
                <a:latin typeface="Calibri"/>
              </a:rPr>
              <a:t>📊  LangSmith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21808" y="4233672"/>
            <a:ext cx="166420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  <a:latin typeface="Calibri"/>
              </a:rPr>
              <a:t>Per-agent trace  ·  Token counts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296912" y="3941063"/>
            <a:ext cx="1618488" cy="512064"/>
          </a:xfrm>
          <a:prstGeom prst="rect">
            <a:avLst/>
          </a:prstGeom>
          <a:solidFill>
            <a:srgbClr val="FEF2F2"/>
          </a:solidFill>
          <a:ln w="1016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296912" y="3941063"/>
            <a:ext cx="1618488" cy="45720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406640" y="4023359"/>
            <a:ext cx="1417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B91C1C"/>
                </a:solidFill>
                <a:latin typeface="Calibri"/>
              </a:rPr>
              <a:t>📋  DeepEval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406640" y="4233672"/>
            <a:ext cx="1417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  <a:latin typeface="Calibri"/>
              </a:rPr>
              <a:t>Faithfulness  ·  Relevancy  ·  Precision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Hybrid RAG Pipeline — How Retrieval Works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93" sz="quarter"/>
          </p:nvPr>
        </p:nvSpPr>
        <p:spPr/>
        <p:txBody>
          <a:bodyPr/>
          <a:lstStyle/>
          <a:p>
            <a:r>
              <a:t>Step 1 — Vectorise the Query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96" sz="quarter"/>
          </p:nvPr>
        </p:nvSpPr>
        <p:spPr/>
        <p:txBody>
          <a:bodyPr/>
          <a:lstStyle/>
          <a:p>
            <a:r>
              <a:t>Step 2 — Dual Search (Parallel)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99" sz="quarter"/>
          </p:nvPr>
        </p:nvSpPr>
        <p:spPr/>
        <p:txBody>
          <a:bodyPr/>
          <a:lstStyle/>
          <a:p>
            <a:r>
              <a:t>Step 3 — RRF Fusion + LLM Rerank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01" sz="quarter"/>
          </p:nvPr>
        </p:nvSpPr>
        <p:spPr/>
        <p:txBody>
          <a:bodyPr/>
          <a:lstStyle/>
          <a:p>
            <a:r>
              <a:rPr sz="900"/>
              <a:t>User submits plain-English fault query</a:t>
            </a:r>
          </a:p>
          <a:p>
            <a:r>
              <a:rPr sz="900"/>
              <a:t>text-embedding-3-small (OpenAI API)</a:t>
            </a:r>
          </a:p>
          <a:p>
            <a:r>
              <a:rPr sz="900"/>
              <a:t>Produces 1536-dimensional query vector</a:t>
            </a:r>
          </a:p>
          <a:p>
            <a:r>
              <a:rPr sz="900"/>
              <a:t>3 ThreadPoolExecutor workers</a:t>
            </a:r>
          </a:p>
          <a:p>
            <a:r>
              <a:rPr sz="900"/>
              <a:t>Batch size: 512 documents per round</a:t>
            </a:r>
          </a:p>
          <a:p>
            <a:r>
              <a:rPr sz="900"/>
              <a:t>Ingest time: 40-60 s → 12-15 s with concurrency</a:t>
            </a:r>
          </a:p>
          <a:p/>
          <a:p>
            <a:r>
              <a:rPr sz="900"/>
              <a:t>Key design: 3× cheaper than ada-002,</a:t>
            </a:r>
          </a:p>
          <a:p>
            <a:r>
              <a:rPr sz="900"/>
              <a:t>  comparable domain quality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07" sz="quarter"/>
          </p:nvPr>
        </p:nvSpPr>
        <p:spPr/>
        <p:txBody>
          <a:bodyPr/>
          <a:lstStyle/>
          <a:p>
            <a:r>
              <a:rPr sz="900"/>
              <a:t>ChromaDB similarity_search:</a:t>
            </a:r>
          </a:p>
          <a:p>
            <a:r>
              <a:rPr sz="900"/>
              <a:t>  — Dense semantic vector search</a:t>
            </a:r>
          </a:p>
          <a:p>
            <a:r>
              <a:rPr sz="900"/>
              <a:t>  — Metadata filters: region, vendor,</a:t>
            </a:r>
          </a:p>
          <a:p>
            <a:r>
              <a:rPr sz="900"/>
              <a:t>    severity, technology</a:t>
            </a:r>
          </a:p>
          <a:p/>
          <a:p>
            <a:r>
              <a:rPr sz="900"/>
              <a:t>BM25Index full-text search:</a:t>
            </a:r>
          </a:p>
          <a:p>
            <a:r>
              <a:rPr sz="900"/>
              <a:t>  — Captures exact alarm IDs and codes</a:t>
            </a:r>
          </a:p>
          <a:p>
            <a:r>
              <a:rPr sz="900"/>
              <a:t>  — rank_bm25 tokenisation</a:t>
            </a:r>
          </a:p>
          <a:p>
            <a:r>
              <a:rPr sz="900"/>
              <a:t>  — Complementary to dense search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09" sz="quarter"/>
          </p:nvPr>
        </p:nvSpPr>
        <p:spPr/>
        <p:txBody>
          <a:bodyPr/>
          <a:lstStyle/>
          <a:p>
            <a:r>
              <a:rPr sz="900"/>
              <a:t>Reciprocal Rank Fusion (RRF):</a:t>
            </a:r>
          </a:p>
          <a:p>
            <a:r>
              <a:rPr sz="900"/>
              <a:t>  score = Σ 1 / (rank + 60)</a:t>
            </a:r>
          </a:p>
          <a:p>
            <a:r>
              <a:rPr sz="900"/>
              <a:t>  k=60: Cormack 2009 proven constant</a:t>
            </a:r>
          </a:p>
          <a:p>
            <a:r>
              <a:rPr sz="900"/>
              <a:t>  23% better top-5 recall vs semantic-only</a:t>
            </a:r>
          </a:p>
          <a:p/>
          <a:p>
            <a:r>
              <a:rPr sz="900"/>
              <a:t>LLM Cross-Encoder Reranker:</a:t>
            </a:r>
          </a:p>
          <a:p>
            <a:r>
              <a:rPr sz="900"/>
              <a:t>  combined = 0.6×LLM + 0.4×RRF</a:t>
            </a:r>
          </a:p>
          <a:p>
            <a:r>
              <a:rPr sz="900"/>
              <a:t>  Domain-aware re-ordering</a:t>
            </a:r>
          </a:p>
          <a:p>
            <a:r>
              <a:rPr sz="900"/>
              <a:t>  POST /api/rerank endpoint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2" sz="quarter"/>
          </p:nvPr>
        </p:nvSpPr>
        <p:spPr/>
        <p:txBody>
          <a:bodyPr/>
          <a:lstStyle/>
          <a:p>
            <a:r>
              <a:t>Node 4</a:t>
            </a:r>
          </a:p>
          <a:p>
            <a:r>
              <a:t>Service Impact (+Fork)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LangGraph 5-Node Multi-Agent Pipeline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1" sz="quarter"/>
          </p:nvPr>
        </p:nvSpPr>
        <p:spPr/>
        <p:txBody>
          <a:bodyPr/>
          <a:lstStyle/>
          <a:p>
            <a:r>
              <a:rPr sz="850"/>
              <a:t>Subscriber blast radius</a:t>
            </a:r>
          </a:p>
          <a:p>
            <a:r>
              <a:rPr sz="850"/>
              <a:t>SLA breach risk assessment</a:t>
            </a:r>
          </a:p>
          <a:p>
            <a:r>
              <a:rPr sz="850"/>
              <a:t>Cascading failure paths</a:t>
            </a:r>
          </a:p>
          <a:p>
            <a:r>
              <a:rPr sz="850"/>
              <a:t>CRITICAL fork: emergency + regulatory context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3" sz="quarter"/>
          </p:nvPr>
        </p:nvSpPr>
        <p:spPr/>
        <p:txBody>
          <a:bodyPr/>
          <a:lstStyle/>
          <a:p>
            <a:r>
              <a:rPr sz="850"/>
              <a:t>GPT-4o structured JSON output</a:t>
            </a:r>
          </a:p>
          <a:p>
            <a:r>
              <a:rPr sz="850"/>
              <a:t>5 categories: IMMEDIATE / DIAGNOSTIC</a:t>
            </a:r>
          </a:p>
          <a:p>
            <a:r>
              <a:rPr sz="850"/>
              <a:t>RESOLUTION / PREVENTIVE / ESCALATION</a:t>
            </a:r>
          </a:p>
          <a:p>
            <a:r>
              <a:rPr sz="850"/>
              <a:t>File: resolution_agent.py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93" sz="quarter"/>
          </p:nvPr>
        </p:nvSpPr>
        <p:spPr/>
        <p:txBody>
          <a:bodyPr/>
          <a:lstStyle/>
          <a:p>
            <a:r>
              <a:t>Node 3</a:t>
            </a:r>
          </a:p>
          <a:p>
            <a:r>
              <a:t>Root Cause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13" sz="quarter"/>
          </p:nvPr>
        </p:nvSpPr>
        <p:spPr/>
        <p:txBody>
          <a:bodyPr/>
          <a:lstStyle/>
          <a:p>
            <a:r>
              <a:t>Node 5</a:t>
            </a:r>
          </a:p>
          <a:p>
            <a:r>
              <a:t>Resolution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23" sz="quarter"/>
          </p:nvPr>
        </p:nvSpPr>
        <p:spPr/>
        <p:txBody>
          <a:bodyPr/>
          <a:lstStyle/>
          <a:p>
            <a:r>
              <a:rPr sz="850"/>
              <a:t>GPT-4o chain-of-thought reasoning</a:t>
            </a:r>
          </a:p>
          <a:p>
            <a:r>
              <a:rPr sz="850"/>
              <a:t>Grounded in retrieved alarm IDs</a:t>
            </a:r>
          </a:p>
          <a:p>
            <a:r>
              <a:rPr sz="850"/>
              <a:t>Produces reasoning trace for UI</a:t>
            </a:r>
          </a:p>
          <a:p>
            <a:r>
              <a:rPr sz="850"/>
              <a:t>File: root_cause_agent.py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96" sz="quarter"/>
          </p:nvPr>
        </p:nvSpPr>
        <p:spPr/>
        <p:txBody>
          <a:bodyPr/>
          <a:lstStyle/>
          <a:p>
            <a:r>
              <a:t>🛡  Guardrail  +  Node 1: Alarm Retrieval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99" sz="quarter"/>
          </p:nvPr>
        </p:nvSpPr>
        <p:spPr/>
        <p:txBody>
          <a:bodyPr/>
          <a:lstStyle/>
          <a:p>
            <a:r>
              <a:t>Node 2: Cross-Correlation  (Deterministic)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idx="101" sz="quarter"/>
          </p:nvPr>
        </p:nvSpPr>
        <p:spPr/>
        <p:txBody>
          <a:bodyPr/>
          <a:lstStyle/>
          <a:p>
            <a:r>
              <a:rPr sz="900"/>
              <a:t>Guardrail: Input validation · Injection detection · Telecom relevance</a:t>
            </a:r>
          </a:p>
          <a:p>
            <a:r>
              <a:rPr sz="900"/>
              <a:t>Returns structured HTTP 200 — never a raw 422 error</a:t>
            </a:r>
          </a:p>
          <a:p>
            <a:r>
              <a:rPr sz="900"/>
              <a:t>Node 1: HybridRetriever.search() with RRF fusion</a:t>
            </a:r>
          </a:p>
          <a:p>
            <a:r>
              <a:rPr sz="900"/>
              <a:t>Sets severity_escalated flag for CRITICAL incidents</a:t>
            </a:r>
          </a:p>
          <a:p>
            <a:r>
              <a:rPr sz="900"/>
              <a:t>File: alarm_retrieval_agent.py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idx="119" sz="quarter"/>
          </p:nvPr>
        </p:nvSpPr>
        <p:spPr/>
        <p:txBody>
          <a:bodyPr/>
          <a:lstStyle/>
          <a:p>
            <a:r>
              <a:rPr sz="900"/>
              <a:t>No LLM call — pure deterministic logic in utils/correlation.py</a:t>
            </a:r>
          </a:p>
          <a:p>
            <a:r>
              <a:rPr sz="900"/>
              <a:t>Clusters incidents by: region + technology + time window</a:t>
            </a:r>
          </a:p>
          <a:p>
            <a:r>
              <a:rPr sz="900"/>
              <a:t>Extracts: dominant vendor, max severity, time span</a:t>
            </a:r>
          </a:p>
          <a:p>
            <a:r>
              <a:rPr sz="900"/>
              <a:t>Output: correlated_alarms list in FaultAnalysisState</a:t>
            </a:r>
          </a:p>
          <a:p>
            <a:r>
              <a:rPr sz="900"/>
              <a:t>Design: separating correlation keeps LLM agents focused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93" sz="quarter"/>
          </p:nvPr>
        </p:nvSpPr>
        <p:spPr/>
        <p:txBody>
          <a:bodyPr/>
          <a:lstStyle/>
          <a:p>
            <a:r>
              <a:t>📊  Analytics &amp; Intelligence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2" sz="quarter"/>
          </p:nvPr>
        </p:nvSpPr>
        <p:spPr/>
        <p:txBody>
          <a:bodyPr/>
          <a:lstStyle/>
          <a:p>
            <a:r>
              <a:t>📋  Evaluation &amp; Quality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3" sz="quarter"/>
          </p:nvPr>
        </p:nvSpPr>
        <p:spPr/>
        <p:txBody>
          <a:bodyPr/>
          <a:lstStyle/>
          <a:p>
            <a:r>
              <a:t>🛡  Safety &amp; Resilience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28" sz="quarter"/>
          </p:nvPr>
        </p:nvSpPr>
        <p:spPr/>
        <p:txBody>
          <a:bodyPr/>
          <a:lstStyle/>
          <a:p>
            <a:r>
              <a:t>🔍  Retrieval &amp; Search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9" sz="quarter"/>
          </p:nvPr>
        </p:nvSpPr>
        <p:spPr/>
        <p:txBody>
          <a:bodyPr/>
          <a:lstStyle/>
          <a:p>
            <a:r>
              <a:t>🤖  Agent Intelligence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30" sz="quarter"/>
          </p:nvPr>
        </p:nvSpPr>
        <p:spPr/>
        <p:txBody>
          <a:bodyPr/>
          <a:lstStyle/>
          <a:p>
            <a:r>
              <a:t>✅  Recommendations</a:t>
            </a:r>
          </a:p>
        </p:txBody>
      </p:sp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Platform Features — 16 Capabilities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111" sz="quarter"/>
          </p:nvPr>
        </p:nvSpPr>
        <p:spPr/>
        <p:txBody>
          <a:bodyPr/>
          <a:lstStyle/>
          <a:p>
            <a:r>
              <a:rPr sz="900"/>
              <a:t>Auto RAGAS evaluation after analysis</a:t>
            </a:r>
          </a:p>
          <a:p>
            <a:r>
              <a:rPr sz="900"/>
              <a:t>Faithfulness · Answer Relevancy</a:t>
            </a:r>
          </a:p>
          <a:p>
            <a:r>
              <a:rPr sz="900"/>
              <a:t>Context Precision with detail panels</a:t>
            </a:r>
          </a:p>
          <a:p>
            <a:r>
              <a:rPr sz="900"/>
              <a:t>LangSmith per-agent tracing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103" sz="quarter"/>
          </p:nvPr>
        </p:nvSpPr>
        <p:spPr/>
        <p:txBody>
          <a:bodyPr/>
          <a:lstStyle/>
          <a:p>
            <a:r>
              <a:rPr sz="900"/>
              <a:t>3-check guardrail validation panel</a:t>
            </a:r>
          </a:p>
          <a:p>
            <a:r>
              <a:rPr sz="900"/>
              <a:t>Executive outage summarisation</a:t>
            </a:r>
          </a:p>
          <a:p>
            <a:r>
              <a:rPr sz="900"/>
              <a:t>React ErrorBoundary crash safety</a:t>
            </a:r>
          </a:p>
          <a:p>
            <a:r>
              <a:rPr sz="900"/>
              <a:t>Live ingest progress (SSE polling)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idx="123" sz="quarter"/>
          </p:nvPr>
        </p:nvSpPr>
        <p:spPr/>
        <p:txBody>
          <a:bodyPr/>
          <a:lstStyle/>
          <a:p>
            <a:r>
              <a:rPr sz="900"/>
              <a:t>KPI dashboard with real-time data</a:t>
            </a:r>
          </a:p>
          <a:p>
            <a:r>
              <a:rPr sz="900"/>
              <a:t>30-day trend sparkline</a:t>
            </a:r>
          </a:p>
          <a:p>
            <a:r>
              <a:rPr sz="900"/>
              <a:t>Vendor &amp; technology breakdowns</a:t>
            </a:r>
          </a:p>
          <a:p>
            <a:r>
              <a:rPr sz="900"/>
              <a:t>AI predictive outage forecast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idx="125" sz="quarter"/>
          </p:nvPr>
        </p:nvSpPr>
        <p:spPr/>
        <p:txBody>
          <a:bodyPr/>
          <a:lstStyle/>
          <a:p>
            <a:r>
              <a:rPr sz="900"/>
              <a:t>5-node LangGraph StateGraph</a:t>
            </a:r>
          </a:p>
          <a:p>
            <a:r>
              <a:rPr sz="900"/>
              <a:t>Root cause (GPT-4o chain-of-thought)</a:t>
            </a:r>
          </a:p>
          <a:p>
            <a:r>
              <a:rPr sz="900"/>
              <a:t>Service impact &amp; blast radius</a:t>
            </a:r>
          </a:p>
          <a:p>
            <a:r>
              <a:rPr sz="900"/>
              <a:t>CRITICAL severity escalation fork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127" sz="quarter"/>
          </p:nvPr>
        </p:nvSpPr>
        <p:spPr/>
        <p:txBody>
          <a:bodyPr/>
          <a:lstStyle/>
          <a:p>
            <a:r>
              <a:rPr sz="900"/>
              <a:t>Structured JSON: 5 categories</a:t>
            </a:r>
          </a:p>
          <a:p>
            <a:r>
              <a:rPr sz="900"/>
              <a:t>IMMEDIATE / DIAGNOSTIC / RESOLUTION</a:t>
            </a:r>
          </a:p>
          <a:p>
            <a:r>
              <a:rPr sz="900"/>
              <a:t>PREVENTIVE / ESCALATION steps</a:t>
            </a:r>
          </a:p>
          <a:p>
            <a:r>
              <a:rPr sz="900"/>
              <a:t>Alarm correlation clustering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idx="132" sz="quarter"/>
          </p:nvPr>
        </p:nvSpPr>
        <p:spPr/>
        <p:txBody>
          <a:bodyPr/>
          <a:lstStyle/>
          <a:p>
            <a:r>
              <a:rPr sz="900"/>
              <a:t>Hybrid RAG: ChromaDB + BM25 + RRF</a:t>
            </a:r>
          </a:p>
          <a:p>
            <a:r>
              <a:rPr sz="900"/>
              <a:t>LLM cross-encoder reranking</a:t>
            </a:r>
          </a:p>
          <a:p>
            <a:r>
              <a:rPr sz="900"/>
              <a:t>Metadata filters (region/vendor/tech)</a:t>
            </a:r>
          </a:p>
          <a:p>
            <a:r>
              <a:rPr sz="900"/>
              <a:t>23% recall improvement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96" sz="quarter"/>
          </p:nvPr>
        </p:nvSpPr>
        <p:spPr/>
        <p:txBody>
          <a:bodyPr/>
          <a:lstStyle/>
          <a:p>
            <a:r>
              <a:t>🔎  Query Mode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User Interface — 4 Application Modes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99" sz="quarter"/>
          </p:nvPr>
        </p:nvSpPr>
        <p:spPr/>
        <p:txBody>
          <a:bodyPr/>
          <a:lstStyle/>
          <a:p>
            <a:r>
              <a:t>🧠  Deep Analysis Mode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1" sz="quarter"/>
          </p:nvPr>
        </p:nvSpPr>
        <p:spPr/>
        <p:txBody>
          <a:bodyPr/>
          <a:lstStyle/>
          <a:p>
            <a:r>
              <a:rPr sz="900"/>
              <a:t>Natural language search with metadata filters</a:t>
            </a:r>
          </a:p>
          <a:p>
            <a:r>
              <a:rPr sz="900"/>
              <a:t>Guardrail Panel — shows all 3 checks above results</a:t>
            </a:r>
          </a:p>
          <a:p>
            <a:r>
              <a:rPr sz="900"/>
              <a:t>Incident cards with RRF scores and severity badges</a:t>
            </a:r>
          </a:p>
          <a:p>
            <a:r>
              <a:rPr sz="900"/>
              <a:t>Formatted outage duration ('2h 15m' not '135')</a:t>
            </a:r>
          </a:p>
          <a:p>
            <a:r>
              <a:rPr sz="900"/>
              <a:t>Quick LLM root cause suggestion inline</a:t>
            </a:r>
          </a:p>
          <a:p>
            <a:r>
              <a:rPr sz="900"/>
              <a:t>Mode-aware button: only Quick Search is active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9" sz="quarter"/>
          </p:nvPr>
        </p:nvSpPr>
        <p:spPr/>
        <p:txBody>
          <a:bodyPr/>
          <a:lstStyle/>
          <a:p>
            <a:r>
              <a:rPr sz="900"/>
              <a:t>Full 5-node LangGraph pipeline execution</a:t>
            </a:r>
          </a:p>
          <a:p>
            <a:r>
              <a:rPr sz="900"/>
              <a:t>Guardrail Panel always shown at top</a:t>
            </a:r>
          </a:p>
          <a:p>
            <a:r>
              <a:rPr sz="900"/>
              <a:t>LangGraph reasoning trace accordion</a:t>
            </a:r>
          </a:p>
          <a:p>
            <a:r>
              <a:rPr sz="900"/>
              <a:t>Correlated alarm clusters with vendor/region/time</a:t>
            </a:r>
          </a:p>
          <a:p>
            <a:r>
              <a:rPr sz="900"/>
              <a:t>Root cause + service impact narrative</a:t>
            </a:r>
          </a:p>
          <a:p>
            <a:r>
              <a:rPr sz="900"/>
              <a:t>Categorised resolution recommendations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20" sz="quarter"/>
          </p:nvPr>
        </p:nvSpPr>
        <p:spPr/>
        <p:txBody>
          <a:bodyPr/>
          <a:lstStyle/>
          <a:p>
            <a:r>
              <a:t>📊  Analytics Mode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21" sz="quarter"/>
          </p:nvPr>
        </p:nvSpPr>
        <p:spPr/>
        <p:txBody>
          <a:bodyPr/>
          <a:lstStyle/>
          <a:p>
            <a:r>
              <a:t>📋  Evaluation Mode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123" sz="quarter"/>
          </p:nvPr>
        </p:nvSpPr>
        <p:spPr/>
        <p:txBody>
          <a:bodyPr/>
          <a:lstStyle/>
          <a:p>
            <a:r>
              <a:rPr sz="900"/>
              <a:t>KPI cards: total, CRITICAL, HIGH counts</a:t>
            </a:r>
          </a:p>
          <a:p>
            <a:r>
              <a:rPr sz="900"/>
              <a:t>Severity distribution pie chart</a:t>
            </a:r>
          </a:p>
          <a:p>
            <a:r>
              <a:rPr sz="900"/>
              <a:t>Technology and device vendor breakdowns</a:t>
            </a:r>
          </a:p>
          <a:p>
            <a:r>
              <a:rPr sz="900"/>
              <a:t>30-day daily incident trend sparkline</a:t>
            </a:r>
          </a:p>
          <a:p>
            <a:r>
              <a:rPr sz="900"/>
              <a:t>AI predictive outage forecast (GPT-4o)</a:t>
            </a:r>
          </a:p>
          <a:p>
            <a:r>
              <a:rPr sz="900"/>
              <a:t>POST /api/analytics/predict endpoint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125" sz="quarter"/>
          </p:nvPr>
        </p:nvSpPr>
        <p:spPr/>
        <p:txBody>
          <a:bodyPr/>
          <a:lstStyle/>
          <a:p>
            <a:r>
              <a:rPr sz="900"/>
              <a:t>Auto-triggered after every Deep Analysis</a:t>
            </a:r>
          </a:p>
          <a:p>
            <a:r>
              <a:rPr sz="900"/>
              <a:t>Live tab badge: yellow = running, violet = ready</a:t>
            </a:r>
          </a:p>
          <a:p>
            <a:r>
              <a:rPr sz="900"/>
              <a:t>3 expandable metric cards with score bars</a:t>
            </a:r>
          </a:p>
          <a:p>
            <a:r>
              <a:rPr sz="900"/>
              <a:t>Each card: assessment + 'View Details' dropdown</a:t>
            </a:r>
          </a:p>
          <a:p>
            <a:r>
              <a:rPr sz="900"/>
              <a:t>Details: what it measures + high/low interpretation</a:t>
            </a:r>
          </a:p>
          <a:p>
            <a:r>
              <a:rPr sz="900"/>
              <a:t>Weighted overall: 0.40×F + 0.35×AR + 0.25×CP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Quality &amp; Observability — DeepEval · Guardrails · LangSmith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93" sz="quarter"/>
          </p:nvPr>
        </p:nvSpPr>
        <p:spPr/>
        <p:txBody>
          <a:bodyPr/>
          <a:lstStyle/>
          <a:p>
            <a:r>
              <a:t>📋  RAGAS-Aligned RAG Evaluation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96" sz="quarter"/>
          </p:nvPr>
        </p:nvSpPr>
        <p:spPr/>
        <p:txBody>
          <a:bodyPr/>
          <a:lstStyle/>
          <a:p>
            <a:r>
              <a:t>🛡  3-Check Guardrail Panel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99" sz="quarter"/>
          </p:nvPr>
        </p:nvSpPr>
        <p:spPr/>
        <p:txBody>
          <a:bodyPr/>
          <a:lstStyle/>
          <a:p>
            <a:r>
              <a:t>📊  LangSmith Tracing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01" sz="quarter"/>
          </p:nvPr>
        </p:nvSpPr>
        <p:spPr/>
        <p:txBody>
          <a:bodyPr/>
          <a:lstStyle/>
          <a:p>
            <a:r>
              <a:rPr sz="850"/>
              <a:t>Faithfulness (weight: ×0.40)</a:t>
            </a:r>
          </a:p>
          <a:p>
            <a:r>
              <a:rPr sz="850"/>
              <a:t>  Are claims grounded in retrieved incidents?</a:t>
            </a:r>
          </a:p>
          <a:p>
            <a:r>
              <a:rPr sz="850"/>
              <a:t>  Detects hallucination in the analysis</a:t>
            </a:r>
          </a:p>
          <a:p/>
          <a:p>
            <a:r>
              <a:rPr sz="850"/>
              <a:t>Answer Relevancy (weight: ×0.35)</a:t>
            </a:r>
          </a:p>
          <a:p>
            <a:r>
              <a:rPr sz="850"/>
              <a:t>  Does the analysis address the query fully?</a:t>
            </a:r>
          </a:p>
          <a:p>
            <a:r>
              <a:rPr sz="850"/>
              <a:t>  Checks for missing aspects</a:t>
            </a:r>
          </a:p>
          <a:p/>
          <a:p>
            <a:r>
              <a:rPr sz="850"/>
              <a:t>Context Precision (weight: ×0.25)</a:t>
            </a:r>
          </a:p>
          <a:p>
            <a:r>
              <a:rPr sz="850"/>
              <a:t>  What fraction of retrieved incidents are relevant?</a:t>
            </a:r>
          </a:p>
          <a:p>
            <a:r>
              <a:rPr sz="850"/>
              <a:t>  Measures RAG retrieval quality</a:t>
            </a:r>
          </a:p>
          <a:p/>
          <a:p>
            <a:r>
              <a:rPr sz="850"/>
              <a:t>Implementation: 3 direct LLM-as-judge calls</a:t>
            </a:r>
          </a:p>
          <a:p>
            <a:r>
              <a:rPr sz="850"/>
              <a:t>  (not DeepEval built-ins — avoids 500-token proxy cap)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07" sz="quarter"/>
          </p:nvPr>
        </p:nvSpPr>
        <p:spPr/>
        <p:txBody>
          <a:bodyPr/>
          <a:lstStyle/>
          <a:p>
            <a:r>
              <a:rPr sz="850"/>
              <a:t>Check 1 — Input Validation:</a:t>
            </a:r>
          </a:p>
          <a:p>
            <a:r>
              <a:rPr sz="850"/>
              <a:t>  Empty query · too short · too long · format</a:t>
            </a:r>
          </a:p>
          <a:p>
            <a:r>
              <a:rPr sz="850"/>
              <a:t>  Returns: PASS or FAIL with message</a:t>
            </a:r>
          </a:p>
          <a:p/>
          <a:p>
            <a:r>
              <a:rPr sz="850"/>
              <a:t>Check 2 — Injection Detection:</a:t>
            </a:r>
          </a:p>
          <a:p>
            <a:r>
              <a:rPr sz="850"/>
              <a:t>  10 regex patterns: prompt injection,</a:t>
            </a:r>
          </a:p>
          <a:p>
            <a:r>
              <a:rPr sz="850"/>
              <a:t>  SQL injection, script tags, jailbreak attempts</a:t>
            </a:r>
          </a:p>
          <a:p>
            <a:r>
              <a:rPr sz="850"/>
              <a:t>  Returns: PASS or FAIL</a:t>
            </a:r>
          </a:p>
          <a:p/>
          <a:p>
            <a:r>
              <a:rPr sz="850"/>
              <a:t>Check 3 — Telecom Relevance:</a:t>
            </a:r>
          </a:p>
          <a:p>
            <a:r>
              <a:rPr sz="850"/>
              <a:t>  Word-boundary keyword matching</a:t>
            </a:r>
          </a:p>
          <a:p>
            <a:r>
              <a:rPr sz="850"/>
              <a:t>  (fixes false positives: 'port' ≠ 'report')</a:t>
            </a:r>
          </a:p>
          <a:p>
            <a:r>
              <a:rPr sz="850"/>
              <a:t>  Returns: PASS or WARNING</a:t>
            </a:r>
          </a:p>
          <a:p/>
          <a:p>
            <a:r>
              <a:rPr sz="850"/>
              <a:t>All checks return HTTP 200 with structured result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09" sz="quarter"/>
          </p:nvPr>
        </p:nvSpPr>
        <p:spPr/>
        <p:txBody>
          <a:bodyPr/>
          <a:lstStyle/>
          <a:p>
            <a:r>
              <a:rPr sz="850"/>
              <a:t>Full per-run agent trace for every /api/analyze</a:t>
            </a:r>
          </a:p>
          <a:p>
            <a:r>
              <a:rPr sz="850"/>
              <a:t>Token counts per LLM call and per node</a:t>
            </a:r>
          </a:p>
          <a:p>
            <a:r>
              <a:rPr sz="850"/>
              <a:t>Wall-clock latency for each of the 5 nodes</a:t>
            </a:r>
          </a:p>
          <a:p>
            <a:r>
              <a:rPr sz="850"/>
              <a:t>Inputs and outputs stored for debugging</a:t>
            </a:r>
          </a:p>
          <a:p/>
          <a:p>
            <a:r>
              <a:rPr sz="850"/>
              <a:t>Activation:</a:t>
            </a:r>
          </a:p>
          <a:p>
            <a:r>
              <a:rPr sz="850"/>
              <a:t>  LANGCHAIN_TRACING_V2 = true</a:t>
            </a:r>
          </a:p>
          <a:p>
            <a:r>
              <a:rPr sz="850"/>
              <a:t>  LANGCHAIN_API_KEY = &lt;key&gt;</a:t>
            </a:r>
          </a:p>
          <a:p>
            <a:r>
              <a:rPr sz="850"/>
              <a:t>  LANGCHAIN_PROJECT = multi-agent-trip-planner</a:t>
            </a:r>
          </a:p>
          <a:p/>
          <a:p>
            <a:r>
              <a:rPr sz="850"/>
              <a:t>Bootstrap in main.py:</a:t>
            </a:r>
          </a:p>
          <a:p>
            <a:r>
              <a:rPr sz="850"/>
              <a:t>  Sets os.environ BEFORE LangGraph imports</a:t>
            </a:r>
          </a:p>
          <a:p>
            <a:r>
              <a:rPr sz="850"/>
              <a:t>  (LangChain reads env vars at import time)</a:t>
            </a:r>
          </a:p>
          <a:p/>
          <a:p>
            <a:r>
              <a:rPr sz="850"/>
              <a:t>Zero-config for demos; full observability in prod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Questions Welcome  ·  FaultSense AI  · 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13232"/>
            <a:ext cx="8595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B2A4A"/>
                </a:solidFill>
                <a:latin typeface="Calibri"/>
              </a:rPr>
              <a:t>Key Achievements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78992"/>
            <a:ext cx="2834640" cy="402336"/>
          </a:xfrm>
          <a:prstGeom prst="rect">
            <a:avLst/>
          </a:prstGeom>
          <a:solidFill>
            <a:srgbClr val="F8FAFC"/>
          </a:solidFill>
          <a:ln w="15240">
            <a:solidFill>
              <a:srgbClr val="6B21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078992"/>
            <a:ext cx="2834640" cy="45720"/>
          </a:xfrm>
          <a:prstGeom prst="rect">
            <a:avLst/>
          </a:prstGeom>
          <a:solidFill>
            <a:srgbClr val="6B21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1143000"/>
            <a:ext cx="119054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6B21A8"/>
                </a:solidFill>
                <a:latin typeface="Calibri"/>
              </a:rPr>
              <a:t>5-Node LangGraph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143000"/>
            <a:ext cx="15590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E293B"/>
                </a:solidFill>
                <a:latin typeface="Calibri"/>
              </a:rPr>
              <a:t>Full orchestration with CRITICAL escalation fork</a:t>
            </a:r>
          </a:p>
        </p:txBody>
      </p:sp>
      <p:sp>
        <p:nvSpPr>
          <p:cNvPr id="9" name="Rectangle 8"/>
          <p:cNvSpPr/>
          <p:nvPr/>
        </p:nvSpPr>
        <p:spPr>
          <a:xfrm>
            <a:off x="3136391" y="1078992"/>
            <a:ext cx="2834640" cy="402336"/>
          </a:xfrm>
          <a:prstGeom prst="rect">
            <a:avLst/>
          </a:prstGeom>
          <a:solidFill>
            <a:srgbClr val="F8FAFC"/>
          </a:solidFill>
          <a:ln w="15240"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136391" y="1078992"/>
            <a:ext cx="2834640" cy="4572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46120" y="1143000"/>
            <a:ext cx="119054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B45309"/>
                </a:solidFill>
                <a:latin typeface="Calibri"/>
              </a:rPr>
              <a:t>Hybrid RAG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39311" y="1143000"/>
            <a:ext cx="15590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E293B"/>
                </a:solidFill>
                <a:latin typeface="Calibri"/>
              </a:rPr>
              <a:t>23% recall lift · ChromaDB + BM25 + RRF + Reranker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98464" y="1078992"/>
            <a:ext cx="2834640" cy="402336"/>
          </a:xfrm>
          <a:prstGeom prst="rect">
            <a:avLst/>
          </a:prstGeom>
          <a:solidFill>
            <a:srgbClr val="F8FAFC"/>
          </a:solidFill>
          <a:ln w="15240">
            <a:solidFill>
              <a:srgbClr val="147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998464" y="1078992"/>
            <a:ext cx="2834640" cy="45720"/>
          </a:xfrm>
          <a:prstGeom prst="rect">
            <a:avLst/>
          </a:prstGeom>
          <a:solidFill>
            <a:srgbClr val="147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08192" y="1143000"/>
            <a:ext cx="119054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47A40"/>
                </a:solidFill>
                <a:latin typeface="Calibri"/>
              </a:rPr>
              <a:t>Auto Evaluation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01383" y="1143000"/>
            <a:ext cx="15590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E293B"/>
                </a:solidFill>
                <a:latin typeface="Calibri"/>
              </a:rPr>
              <a:t>RAGAS Faithfulness · Relevancy · Precision metrics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1554480"/>
            <a:ext cx="2834640" cy="402336"/>
          </a:xfrm>
          <a:prstGeom prst="rect">
            <a:avLst/>
          </a:prstGeom>
          <a:solidFill>
            <a:srgbClr val="F8FAFC"/>
          </a:solidFill>
          <a:ln w="15240">
            <a:solidFill>
              <a:srgbClr val="0D7E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74320" y="1554480"/>
            <a:ext cx="2834640" cy="45720"/>
          </a:xfrm>
          <a:prstGeom prst="rect">
            <a:avLst/>
          </a:prstGeom>
          <a:solidFill>
            <a:srgbClr val="0D7E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4048" y="1618488"/>
            <a:ext cx="119054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7E6D"/>
                </a:solidFill>
                <a:latin typeface="Calibri"/>
              </a:rPr>
              <a:t>LangSmith Tracing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1618488"/>
            <a:ext cx="15590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E293B"/>
                </a:solidFill>
                <a:latin typeface="Calibri"/>
              </a:rPr>
              <a:t>End-to-end observability for every agent pipeline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136391" y="1554480"/>
            <a:ext cx="2834640" cy="402336"/>
          </a:xfrm>
          <a:prstGeom prst="rect">
            <a:avLst/>
          </a:prstGeom>
          <a:solidFill>
            <a:srgbClr val="F8FAFC"/>
          </a:solidFill>
          <a:ln w="15240">
            <a:solidFill>
              <a:srgbClr val="F26B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136391" y="1554480"/>
            <a:ext cx="2834640" cy="45720"/>
          </a:xfrm>
          <a:prstGeom prst="rect">
            <a:avLst/>
          </a:prstGeom>
          <a:solidFill>
            <a:srgbClr val="F26B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46120" y="1618488"/>
            <a:ext cx="119054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26B43"/>
                </a:solidFill>
                <a:latin typeface="Calibri"/>
              </a:rPr>
              <a:t>Guardrail System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39311" y="1618488"/>
            <a:ext cx="15590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E293B"/>
                </a:solidFill>
                <a:latin typeface="Calibri"/>
              </a:rPr>
              <a:t>3-check validation — structured 200 responses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998464" y="1554480"/>
            <a:ext cx="2834640" cy="402336"/>
          </a:xfrm>
          <a:prstGeom prst="rect">
            <a:avLst/>
          </a:prstGeom>
          <a:solidFill>
            <a:srgbClr val="F8FAFC"/>
          </a:solidFill>
          <a:ln w="15240">
            <a:solidFill>
              <a:srgbClr val="1B6E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998464" y="1554480"/>
            <a:ext cx="2834640" cy="45720"/>
          </a:xfrm>
          <a:prstGeom prst="rect">
            <a:avLst/>
          </a:prstGeom>
          <a:solidFill>
            <a:srgbClr val="1B6E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08192" y="1618488"/>
            <a:ext cx="119054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B6EC2"/>
                </a:solidFill>
                <a:latin typeface="Calibri"/>
              </a:rPr>
              <a:t>16 Features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01383" y="1618488"/>
            <a:ext cx="15590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E293B"/>
                </a:solidFill>
                <a:latin typeface="Calibri"/>
              </a:rPr>
              <a:t>Production-ready platform across 4 UI modes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1600" b="1"/>
              <a:t>Data Ingestion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" y="658368"/>
            <a:ext cx="8686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64748B"/>
                </a:solidFill>
                <a:latin typeface="Calibri"/>
              </a:rPr>
              <a:t>How raw CSV data becomes a searchable vector knowledge base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594360"/>
            <a:ext cx="9144000" cy="36576"/>
          </a:xfrm>
          <a:prstGeom prst="rect">
            <a:avLst/>
          </a:prstGeom>
          <a:solidFill>
            <a:srgbClr val="F26B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56032" y="795528"/>
            <a:ext cx="8631936" cy="5029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29184" y="822960"/>
            <a:ext cx="1389888" cy="2514600"/>
          </a:xfrm>
          <a:prstGeom prst="roundRect">
            <a:avLst/>
          </a:prstGeom>
          <a:solidFill>
            <a:srgbClr val="EDFDF4"/>
          </a:solidFill>
          <a:ln w="17780">
            <a:solidFill>
              <a:srgbClr val="147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9184" y="822960"/>
            <a:ext cx="1389888" cy="59436"/>
          </a:xfrm>
          <a:prstGeom prst="rect">
            <a:avLst/>
          </a:prstGeom>
          <a:solidFill>
            <a:srgbClr val="147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88620" y="918971"/>
            <a:ext cx="265176" cy="265176"/>
          </a:xfrm>
          <a:prstGeom prst="ellipse">
            <a:avLst/>
          </a:prstGeom>
          <a:solidFill>
            <a:srgbClr val="147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8620" y="918971"/>
            <a:ext cx="265176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Oval 9"/>
          <p:cNvSpPr/>
          <p:nvPr/>
        </p:nvSpPr>
        <p:spPr>
          <a:xfrm>
            <a:off x="676656" y="1115568"/>
            <a:ext cx="694944" cy="694944"/>
          </a:xfrm>
          <a:prstGeom prst="ellipse">
            <a:avLst/>
          </a:prstGeom>
          <a:solidFill>
            <a:srgbClr val="ED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49808" y="1188720"/>
            <a:ext cx="548640" cy="548640"/>
          </a:xfrm>
          <a:prstGeom prst="ellipse">
            <a:avLst/>
          </a:prstGeom>
          <a:solidFill>
            <a:srgbClr val="EDFDF4"/>
          </a:solidFill>
          <a:ln w="22860">
            <a:solidFill>
              <a:srgbClr val="147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118872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1E293B"/>
                </a:solidFill>
                <a:latin typeface="Calibri"/>
              </a:rPr>
              <a:t>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" y="1901952"/>
            <a:ext cx="12618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1E293B"/>
                </a:solidFill>
                <a:latin typeface="Calibri"/>
              </a:rPr>
              <a:t>CSV File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" y="2167128"/>
            <a:ext cx="12618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147A40"/>
                </a:solidFill>
                <a:latin typeface="Calibri"/>
              </a:rPr>
              <a:t>Source Data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12" y="2395728"/>
            <a:ext cx="1170432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3192" y="2468880"/>
            <a:ext cx="12618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64748B"/>
                </a:solidFill>
                <a:latin typeface="Calibri"/>
              </a:rPr>
              <a:t>telecom_incidents.csv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" y="2670048"/>
            <a:ext cx="12618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64748B"/>
                </a:solidFill>
                <a:latin typeface="Calibri"/>
              </a:rPr>
              <a:t>9,827 records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755648" y="2066543"/>
            <a:ext cx="292607" cy="25603"/>
          </a:xfrm>
          <a:prstGeom prst="rect">
            <a:avLst/>
          </a:prstGeom>
          <a:solidFill>
            <a:srgbClr val="1B6E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an 18"/>
          <p:cNvSpPr/>
          <p:nvPr/>
        </p:nvSpPr>
        <p:spPr>
          <a:xfrm>
            <a:off x="2043684" y="2007107"/>
            <a:ext cx="96012" cy="146304"/>
          </a:xfrm>
          <a:prstGeom prst="can">
            <a:avLst/>
          </a:prstGeom>
          <a:solidFill>
            <a:srgbClr val="1B6E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737360" y="1856231"/>
            <a:ext cx="329184" cy="173736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1B6E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737360" y="1856231"/>
            <a:ext cx="329184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1B6EC2"/>
                </a:solidFill>
                <a:latin typeface="Calibri"/>
              </a:rPr>
              <a:t>load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103120" y="822960"/>
            <a:ext cx="1389888" cy="2514600"/>
          </a:xfrm>
          <a:prstGeom prst="roundRect">
            <a:avLst/>
          </a:prstGeom>
          <a:solidFill>
            <a:srgbClr val="EBF5FF"/>
          </a:solidFill>
          <a:ln w="17780">
            <a:solidFill>
              <a:srgbClr val="1B6E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103120" y="822960"/>
            <a:ext cx="1389888" cy="59436"/>
          </a:xfrm>
          <a:prstGeom prst="rect">
            <a:avLst/>
          </a:prstGeom>
          <a:solidFill>
            <a:srgbClr val="1B6E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162556" y="918971"/>
            <a:ext cx="265176" cy="265176"/>
          </a:xfrm>
          <a:prstGeom prst="ellipse">
            <a:avLst/>
          </a:prstGeom>
          <a:solidFill>
            <a:srgbClr val="1B6E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162556" y="918971"/>
            <a:ext cx="265176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6" name="Oval 25"/>
          <p:cNvSpPr/>
          <p:nvPr/>
        </p:nvSpPr>
        <p:spPr>
          <a:xfrm>
            <a:off x="2450592" y="1115568"/>
            <a:ext cx="694944" cy="694944"/>
          </a:xfrm>
          <a:prstGeom prst="ellipse">
            <a:avLst/>
          </a:prstGeom>
          <a:solidFill>
            <a:srgbClr val="EB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523744" y="1188720"/>
            <a:ext cx="548640" cy="548640"/>
          </a:xfrm>
          <a:prstGeom prst="ellipse">
            <a:avLst/>
          </a:prstGeom>
          <a:solidFill>
            <a:srgbClr val="EBF5FF"/>
          </a:solidFill>
          <a:ln w="22860">
            <a:solidFill>
              <a:srgbClr val="1B6E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523744" y="118872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1E293B"/>
                </a:solidFill>
                <a:latin typeface="Calibri"/>
              </a:rPr>
              <a:t>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67128" y="1901952"/>
            <a:ext cx="12618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1E293B"/>
                </a:solidFill>
                <a:latin typeface="Calibri"/>
              </a:rPr>
              <a:t>Ingestion Pipeline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67128" y="2167128"/>
            <a:ext cx="12618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1B6EC2"/>
                </a:solidFill>
                <a:latin typeface="Calibri"/>
              </a:rPr>
              <a:t>Backend Trigger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212848" y="2395728"/>
            <a:ext cx="1170432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167128" y="2468880"/>
            <a:ext cx="12618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64748B"/>
                </a:solidFill>
                <a:latin typeface="Calibri"/>
              </a:rPr>
              <a:t>POST /api/ingest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67128" y="2670048"/>
            <a:ext cx="12618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64748B"/>
                </a:solidFill>
                <a:latin typeface="Calibri"/>
              </a:rPr>
              <a:t>Background worker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529584" y="2066543"/>
            <a:ext cx="292607" cy="25603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Can 34"/>
          <p:cNvSpPr/>
          <p:nvPr/>
        </p:nvSpPr>
        <p:spPr>
          <a:xfrm>
            <a:off x="3817620" y="2007107"/>
            <a:ext cx="96012" cy="146304"/>
          </a:xfrm>
          <a:prstGeom prst="can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3511296" y="1856231"/>
            <a:ext cx="329184" cy="173736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11296" y="1856231"/>
            <a:ext cx="329184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B45309"/>
                </a:solidFill>
                <a:latin typeface="Calibri"/>
              </a:rPr>
              <a:t>embed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877056" y="822960"/>
            <a:ext cx="1389888" cy="2514600"/>
          </a:xfrm>
          <a:prstGeom prst="roundRect">
            <a:avLst/>
          </a:prstGeom>
          <a:solidFill>
            <a:srgbClr val="FFFBEB"/>
          </a:solidFill>
          <a:ln w="17780"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877056" y="822960"/>
            <a:ext cx="1389888" cy="59436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3936492" y="918971"/>
            <a:ext cx="265176" cy="265176"/>
          </a:xfrm>
          <a:prstGeom prst="ellipse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936492" y="918971"/>
            <a:ext cx="265176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42" name="Oval 41"/>
          <p:cNvSpPr/>
          <p:nvPr/>
        </p:nvSpPr>
        <p:spPr>
          <a:xfrm>
            <a:off x="4224528" y="1115568"/>
            <a:ext cx="694944" cy="694944"/>
          </a:xfrm>
          <a:prstGeom prst="ellipse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4297680" y="1188720"/>
            <a:ext cx="548640" cy="548640"/>
          </a:xfrm>
          <a:prstGeom prst="ellipse">
            <a:avLst/>
          </a:prstGeom>
          <a:solidFill>
            <a:srgbClr val="FFFBEB"/>
          </a:solidFill>
          <a:ln w="22860"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297680" y="118872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1E293B"/>
                </a:solidFill>
                <a:latin typeface="Calibri"/>
              </a:rPr>
              <a:t>🧠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941064" y="1901952"/>
            <a:ext cx="12618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1E293B"/>
                </a:solidFill>
                <a:latin typeface="Calibri"/>
              </a:rPr>
              <a:t>Generate Embeddings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941064" y="2167128"/>
            <a:ext cx="12618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B45309"/>
                </a:solidFill>
                <a:latin typeface="Calibri"/>
              </a:rPr>
              <a:t>text-embedding-3-small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986784" y="2395728"/>
            <a:ext cx="1170432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941064" y="2468880"/>
            <a:ext cx="12618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64748B"/>
                </a:solidFill>
                <a:latin typeface="Calibri"/>
              </a:rPr>
              <a:t>OpenAI API · 3 workers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941064" y="2670048"/>
            <a:ext cx="12618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64748B"/>
                </a:solidFill>
                <a:latin typeface="Calibri"/>
              </a:rPr>
              <a:t>Batch 512 · 12–15 sec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303520" y="2066543"/>
            <a:ext cx="292607" cy="25603"/>
          </a:xfrm>
          <a:prstGeom prst="rect">
            <a:avLst/>
          </a:prstGeom>
          <a:solidFill>
            <a:srgbClr val="6B21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Can 50"/>
          <p:cNvSpPr/>
          <p:nvPr/>
        </p:nvSpPr>
        <p:spPr>
          <a:xfrm>
            <a:off x="5591556" y="2007107"/>
            <a:ext cx="96012" cy="146304"/>
          </a:xfrm>
          <a:prstGeom prst="can">
            <a:avLst/>
          </a:prstGeom>
          <a:solidFill>
            <a:srgbClr val="6B21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5285232" y="1856231"/>
            <a:ext cx="329184" cy="173736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6B21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285232" y="1856231"/>
            <a:ext cx="329184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6B21A8"/>
                </a:solidFill>
                <a:latin typeface="Calibri"/>
              </a:rPr>
              <a:t>store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650992" y="822960"/>
            <a:ext cx="1389888" cy="2514600"/>
          </a:xfrm>
          <a:prstGeom prst="roundRect">
            <a:avLst/>
          </a:prstGeom>
          <a:solidFill>
            <a:srgbClr val="F5F3FF"/>
          </a:solidFill>
          <a:ln w="17780">
            <a:solidFill>
              <a:srgbClr val="6B21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650992" y="822960"/>
            <a:ext cx="1389888" cy="59436"/>
          </a:xfrm>
          <a:prstGeom prst="rect">
            <a:avLst/>
          </a:prstGeom>
          <a:solidFill>
            <a:srgbClr val="6B21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5710428" y="918971"/>
            <a:ext cx="265176" cy="265176"/>
          </a:xfrm>
          <a:prstGeom prst="ellipse">
            <a:avLst/>
          </a:prstGeom>
          <a:solidFill>
            <a:srgbClr val="6B21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710428" y="918971"/>
            <a:ext cx="265176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58" name="Oval 57"/>
          <p:cNvSpPr/>
          <p:nvPr/>
        </p:nvSpPr>
        <p:spPr>
          <a:xfrm>
            <a:off x="5998464" y="1115568"/>
            <a:ext cx="694944" cy="694944"/>
          </a:xfrm>
          <a:prstGeom prst="ellipse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6071616" y="1188720"/>
            <a:ext cx="548640" cy="548640"/>
          </a:xfrm>
          <a:prstGeom prst="ellipse">
            <a:avLst/>
          </a:prstGeom>
          <a:solidFill>
            <a:srgbClr val="F5F3FF"/>
          </a:solidFill>
          <a:ln w="22860">
            <a:solidFill>
              <a:srgbClr val="6B21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071616" y="118872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1E293B"/>
                </a:solidFill>
                <a:latin typeface="Calibri"/>
              </a:rPr>
              <a:t>🗄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15000" y="1901952"/>
            <a:ext cx="12618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1E293B"/>
                </a:solidFill>
                <a:latin typeface="Calibri"/>
              </a:rPr>
              <a:t>Store in ChromaDB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715000" y="2167128"/>
            <a:ext cx="12618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6B21A8"/>
                </a:solidFill>
                <a:latin typeface="Calibri"/>
              </a:rPr>
              <a:t>Vector Database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760720" y="2395728"/>
            <a:ext cx="1170432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715000" y="2468880"/>
            <a:ext cx="12618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64748B"/>
                </a:solidFill>
                <a:latin typeface="Calibri"/>
              </a:rPr>
              <a:t>Persistent local store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715000" y="2670048"/>
            <a:ext cx="12618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64748B"/>
                </a:solidFill>
                <a:latin typeface="Calibri"/>
              </a:rPr>
              <a:t>1536-dim vectors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077456" y="2066543"/>
            <a:ext cx="292607" cy="25603"/>
          </a:xfrm>
          <a:prstGeom prst="rect">
            <a:avLst/>
          </a:prstGeom>
          <a:solidFill>
            <a:srgbClr val="0D7E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Can 66"/>
          <p:cNvSpPr/>
          <p:nvPr/>
        </p:nvSpPr>
        <p:spPr>
          <a:xfrm>
            <a:off x="7365492" y="2007107"/>
            <a:ext cx="96012" cy="146304"/>
          </a:xfrm>
          <a:prstGeom prst="can">
            <a:avLst/>
          </a:prstGeom>
          <a:solidFill>
            <a:srgbClr val="0D7E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7059168" y="1856231"/>
            <a:ext cx="329184" cy="173736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0D7E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059168" y="1856231"/>
            <a:ext cx="329184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0D7E6D"/>
                </a:solidFill>
                <a:latin typeface="Calibri"/>
              </a:rPr>
              <a:t>index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7424928" y="822960"/>
            <a:ext cx="1389888" cy="2514600"/>
          </a:xfrm>
          <a:prstGeom prst="roundRect">
            <a:avLst/>
          </a:prstGeom>
          <a:solidFill>
            <a:srgbClr val="ECFDF5"/>
          </a:solidFill>
          <a:ln w="17780">
            <a:solidFill>
              <a:srgbClr val="0D7E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424928" y="822960"/>
            <a:ext cx="1389888" cy="59436"/>
          </a:xfrm>
          <a:prstGeom prst="rect">
            <a:avLst/>
          </a:prstGeom>
          <a:solidFill>
            <a:srgbClr val="0D7E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7484364" y="918971"/>
            <a:ext cx="265176" cy="265176"/>
          </a:xfrm>
          <a:prstGeom prst="ellipse">
            <a:avLst/>
          </a:prstGeom>
          <a:solidFill>
            <a:srgbClr val="0D7E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484364" y="918971"/>
            <a:ext cx="265176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74" name="Oval 73"/>
          <p:cNvSpPr/>
          <p:nvPr/>
        </p:nvSpPr>
        <p:spPr>
          <a:xfrm>
            <a:off x="7772400" y="1115568"/>
            <a:ext cx="694944" cy="694944"/>
          </a:xfrm>
          <a:prstGeom prst="ellipse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7845552" y="1188720"/>
            <a:ext cx="548640" cy="548640"/>
          </a:xfrm>
          <a:prstGeom prst="ellipse">
            <a:avLst/>
          </a:prstGeom>
          <a:solidFill>
            <a:srgbClr val="ECFDF5"/>
          </a:solidFill>
          <a:ln w="22860">
            <a:solidFill>
              <a:srgbClr val="0D7E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7845552" y="118872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1E293B"/>
                </a:solidFill>
                <a:latin typeface="Calibri"/>
              </a:rPr>
              <a:t>🔍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488936" y="1901952"/>
            <a:ext cx="12618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1E293B"/>
                </a:solidFill>
                <a:latin typeface="Calibri"/>
              </a:rPr>
              <a:t>Build BM25 Index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488936" y="2167128"/>
            <a:ext cx="12618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0D7E6D"/>
                </a:solidFill>
                <a:latin typeface="Calibri"/>
              </a:rPr>
              <a:t>Keyword Search Index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534656" y="2395728"/>
            <a:ext cx="1170432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488936" y="2468880"/>
            <a:ext cx="12618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64748B"/>
                </a:solidFill>
                <a:latin typeface="Calibri"/>
              </a:rPr>
              <a:t>rank_bm25 library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488936" y="2670048"/>
            <a:ext cx="12618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64748B"/>
                </a:solidFill>
                <a:latin typeface="Calibri"/>
              </a:rPr>
              <a:t>In-memory · ready to query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56032" y="3502152"/>
            <a:ext cx="8631936" cy="30175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29184" y="3502152"/>
            <a:ext cx="1697126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1">
                <a:solidFill>
                  <a:srgbClr val="94A3B8"/>
                </a:solidFill>
                <a:latin typeface="Calibri"/>
              </a:rPr>
              <a:t>pandas · data loader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026310" y="3502152"/>
            <a:ext cx="1697126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1">
                <a:solidFill>
                  <a:srgbClr val="94A3B8"/>
                </a:solidFill>
                <a:latin typeface="Calibri"/>
              </a:rPr>
              <a:t>FastAPI BackgroundTask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723436" y="3502152"/>
            <a:ext cx="1697126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1">
                <a:solidFill>
                  <a:srgbClr val="94A3B8"/>
                </a:solidFill>
                <a:latin typeface="Calibri"/>
              </a:rPr>
              <a:t>OpenAI text-embedding-3-small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420563" y="3502152"/>
            <a:ext cx="1697126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1">
                <a:solidFill>
                  <a:srgbClr val="94A3B8"/>
                </a:solidFill>
                <a:latin typeface="Calibri"/>
              </a:rPr>
              <a:t>ChromaDB persistent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117689" y="3502152"/>
            <a:ext cx="1697126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1">
                <a:solidFill>
                  <a:srgbClr val="94A3B8"/>
                </a:solidFill>
                <a:latin typeface="Calibri"/>
              </a:rPr>
              <a:t>rank_bm25 · in-memory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1600" b="1"/>
              <a:t>Quick Search — High-Level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" y="658368"/>
            <a:ext cx="8686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64748B"/>
                </a:solidFill>
                <a:latin typeface="Calibri"/>
              </a:rPr>
              <a:t>Hybrid retrieval with an inline AI root cause hint — results in seconds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594360"/>
            <a:ext cx="9144000" cy="36576"/>
          </a:xfrm>
          <a:prstGeom prst="rect">
            <a:avLst/>
          </a:prstGeom>
          <a:solidFill>
            <a:srgbClr val="F26B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56032" y="795528"/>
            <a:ext cx="8631936" cy="5029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29184" y="822960"/>
            <a:ext cx="1389888" cy="2514600"/>
          </a:xfrm>
          <a:prstGeom prst="roundRect">
            <a:avLst/>
          </a:prstGeom>
          <a:solidFill>
            <a:srgbClr val="F1F5F9"/>
          </a:solidFill>
          <a:ln w="17780">
            <a:solidFill>
              <a:srgbClr val="1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9184" y="822960"/>
            <a:ext cx="1389888" cy="59436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88620" y="918971"/>
            <a:ext cx="265176" cy="265176"/>
          </a:xfrm>
          <a:prstGeom prst="ellipse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8620" y="918971"/>
            <a:ext cx="265176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Oval 9"/>
          <p:cNvSpPr/>
          <p:nvPr/>
        </p:nvSpPr>
        <p:spPr>
          <a:xfrm>
            <a:off x="676656" y="1115568"/>
            <a:ext cx="694944" cy="694944"/>
          </a:xfrm>
          <a:prstGeom prst="ellipse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49808" y="1188720"/>
            <a:ext cx="548640" cy="548640"/>
          </a:xfrm>
          <a:prstGeom prst="ellipse">
            <a:avLst/>
          </a:prstGeom>
          <a:solidFill>
            <a:srgbClr val="F1F5F9"/>
          </a:solidFill>
          <a:ln w="22860">
            <a:solidFill>
              <a:srgbClr val="1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118872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1E293B"/>
                </a:solidFill>
                <a:latin typeface="Calibri"/>
              </a:rPr>
              <a:t>🔎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" y="1901952"/>
            <a:ext cx="12618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1E293B"/>
                </a:solidFill>
                <a:latin typeface="Calibri"/>
              </a:rPr>
              <a:t>User Query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" y="2167128"/>
            <a:ext cx="12618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1B2A4A"/>
                </a:solidFill>
                <a:latin typeface="Calibri"/>
              </a:rPr>
              <a:t>Plain English Input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12" y="2395728"/>
            <a:ext cx="1170432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3192" y="2468880"/>
            <a:ext cx="12618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64748B"/>
                </a:solidFill>
                <a:latin typeface="Calibri"/>
              </a:rPr>
              <a:t>Type fault description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" y="2670048"/>
            <a:ext cx="12618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64748B"/>
                </a:solidFill>
                <a:latin typeface="Calibri"/>
              </a:rPr>
              <a:t>No technical knowledge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755648" y="2066543"/>
            <a:ext cx="292607" cy="25603"/>
          </a:xfrm>
          <a:prstGeom prst="rect">
            <a:avLst/>
          </a:prstGeom>
          <a:solidFill>
            <a:srgbClr val="F26B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an 18"/>
          <p:cNvSpPr/>
          <p:nvPr/>
        </p:nvSpPr>
        <p:spPr>
          <a:xfrm>
            <a:off x="2043684" y="2007107"/>
            <a:ext cx="96012" cy="146304"/>
          </a:xfrm>
          <a:prstGeom prst="can">
            <a:avLst/>
          </a:prstGeom>
          <a:solidFill>
            <a:srgbClr val="F26B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737360" y="1856231"/>
            <a:ext cx="329184" cy="173736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F26B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737360" y="1856231"/>
            <a:ext cx="329184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26B43"/>
                </a:solidFill>
                <a:latin typeface="Calibri"/>
              </a:rPr>
              <a:t>check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103120" y="822960"/>
            <a:ext cx="1389888" cy="2514600"/>
          </a:xfrm>
          <a:prstGeom prst="roundRect">
            <a:avLst/>
          </a:prstGeom>
          <a:solidFill>
            <a:srgbClr val="FFF7ED"/>
          </a:solidFill>
          <a:ln w="17780">
            <a:solidFill>
              <a:srgbClr val="F26B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103120" y="822960"/>
            <a:ext cx="1389888" cy="59436"/>
          </a:xfrm>
          <a:prstGeom prst="rect">
            <a:avLst/>
          </a:prstGeom>
          <a:solidFill>
            <a:srgbClr val="F26B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162556" y="918971"/>
            <a:ext cx="265176" cy="265176"/>
          </a:xfrm>
          <a:prstGeom prst="ellipse">
            <a:avLst/>
          </a:prstGeom>
          <a:solidFill>
            <a:srgbClr val="F26B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162556" y="918971"/>
            <a:ext cx="265176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6" name="Oval 25"/>
          <p:cNvSpPr/>
          <p:nvPr/>
        </p:nvSpPr>
        <p:spPr>
          <a:xfrm>
            <a:off x="2450592" y="1115568"/>
            <a:ext cx="694944" cy="694944"/>
          </a:xfrm>
          <a:prstGeom prst="ellipse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523744" y="1188720"/>
            <a:ext cx="548640" cy="548640"/>
          </a:xfrm>
          <a:prstGeom prst="ellipse">
            <a:avLst/>
          </a:prstGeom>
          <a:solidFill>
            <a:srgbClr val="FFF7ED"/>
          </a:solidFill>
          <a:ln w="22860">
            <a:solidFill>
              <a:srgbClr val="F26B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523744" y="118872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1E293B"/>
                </a:solidFill>
                <a:latin typeface="Calibri"/>
              </a:rPr>
              <a:t>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67128" y="1901952"/>
            <a:ext cx="12618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1E293B"/>
                </a:solidFill>
                <a:latin typeface="Calibri"/>
              </a:rPr>
              <a:t>Guardrail Check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67128" y="2167128"/>
            <a:ext cx="12618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26B43"/>
                </a:solidFill>
                <a:latin typeface="Calibri"/>
              </a:rPr>
              <a:t>Safety &amp; Relevance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212848" y="2395728"/>
            <a:ext cx="1170432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167128" y="2468880"/>
            <a:ext cx="12618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64748B"/>
                </a:solidFill>
                <a:latin typeface="Calibri"/>
              </a:rPr>
              <a:t>3 validation checks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67128" y="2670048"/>
            <a:ext cx="12618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64748B"/>
                </a:solidFill>
                <a:latin typeface="Calibri"/>
              </a:rPr>
              <a:t>Safe · telecom-related?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529584" y="2066543"/>
            <a:ext cx="292607" cy="25603"/>
          </a:xfrm>
          <a:prstGeom prst="rect">
            <a:avLst/>
          </a:prstGeom>
          <a:solidFill>
            <a:srgbClr val="1B6E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Can 34"/>
          <p:cNvSpPr/>
          <p:nvPr/>
        </p:nvSpPr>
        <p:spPr>
          <a:xfrm>
            <a:off x="3817620" y="2007107"/>
            <a:ext cx="96012" cy="146304"/>
          </a:xfrm>
          <a:prstGeom prst="can">
            <a:avLst/>
          </a:prstGeom>
          <a:solidFill>
            <a:srgbClr val="1B6E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3511296" y="1856231"/>
            <a:ext cx="329184" cy="173736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1B6E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11296" y="1856231"/>
            <a:ext cx="329184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1B6EC2"/>
                </a:solidFill>
                <a:latin typeface="Calibri"/>
              </a:rPr>
              <a:t>search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877056" y="822960"/>
            <a:ext cx="1389888" cy="2514600"/>
          </a:xfrm>
          <a:prstGeom prst="roundRect">
            <a:avLst/>
          </a:prstGeom>
          <a:solidFill>
            <a:srgbClr val="EBF5FF"/>
          </a:solidFill>
          <a:ln w="17780">
            <a:solidFill>
              <a:srgbClr val="1B6E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877056" y="822960"/>
            <a:ext cx="1389888" cy="59436"/>
          </a:xfrm>
          <a:prstGeom prst="rect">
            <a:avLst/>
          </a:prstGeom>
          <a:solidFill>
            <a:srgbClr val="1B6E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3936492" y="918971"/>
            <a:ext cx="265176" cy="265176"/>
          </a:xfrm>
          <a:prstGeom prst="ellipse">
            <a:avLst/>
          </a:prstGeom>
          <a:solidFill>
            <a:srgbClr val="1B6E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936492" y="918971"/>
            <a:ext cx="265176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42" name="Oval 41"/>
          <p:cNvSpPr/>
          <p:nvPr/>
        </p:nvSpPr>
        <p:spPr>
          <a:xfrm>
            <a:off x="4224528" y="1115568"/>
            <a:ext cx="694944" cy="694944"/>
          </a:xfrm>
          <a:prstGeom prst="ellipse">
            <a:avLst/>
          </a:prstGeom>
          <a:solidFill>
            <a:srgbClr val="EB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4297680" y="1188720"/>
            <a:ext cx="548640" cy="548640"/>
          </a:xfrm>
          <a:prstGeom prst="ellipse">
            <a:avLst/>
          </a:prstGeom>
          <a:solidFill>
            <a:srgbClr val="EBF5FF"/>
          </a:solidFill>
          <a:ln w="22860">
            <a:solidFill>
              <a:srgbClr val="1B6E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297680" y="118872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1E293B"/>
                </a:solidFill>
                <a:latin typeface="Calibri"/>
              </a:rPr>
              <a:t>📚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941064" y="1901952"/>
            <a:ext cx="12618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1E293B"/>
                </a:solidFill>
                <a:latin typeface="Calibri"/>
              </a:rPr>
              <a:t>Hybrid Search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941064" y="2167128"/>
            <a:ext cx="12618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1B6EC2"/>
                </a:solidFill>
                <a:latin typeface="Calibri"/>
              </a:rPr>
              <a:t>Find Similar Incidents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986784" y="2395728"/>
            <a:ext cx="1170432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941064" y="2468880"/>
            <a:ext cx="12618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64748B"/>
                </a:solidFill>
                <a:latin typeface="Calibri"/>
              </a:rPr>
              <a:t>ChromaDB + BM25 + RRF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941064" y="2670048"/>
            <a:ext cx="12618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64748B"/>
                </a:solidFill>
                <a:latin typeface="Calibri"/>
              </a:rPr>
              <a:t>Best matches ranked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303520" y="2066543"/>
            <a:ext cx="292607" cy="25603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Can 50"/>
          <p:cNvSpPr/>
          <p:nvPr/>
        </p:nvSpPr>
        <p:spPr>
          <a:xfrm>
            <a:off x="5591556" y="2007107"/>
            <a:ext cx="96012" cy="146304"/>
          </a:xfrm>
          <a:prstGeom prst="can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5285232" y="1856231"/>
            <a:ext cx="329184" cy="173736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285232" y="1856231"/>
            <a:ext cx="329184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B45309"/>
                </a:solidFill>
                <a:latin typeface="Calibri"/>
              </a:rPr>
              <a:t>suggest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650992" y="822960"/>
            <a:ext cx="1389888" cy="2514600"/>
          </a:xfrm>
          <a:prstGeom prst="roundRect">
            <a:avLst/>
          </a:prstGeom>
          <a:solidFill>
            <a:srgbClr val="FFFBEB"/>
          </a:solidFill>
          <a:ln w="17780"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650992" y="822960"/>
            <a:ext cx="1389888" cy="59436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5710428" y="918971"/>
            <a:ext cx="265176" cy="265176"/>
          </a:xfrm>
          <a:prstGeom prst="ellipse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710428" y="918971"/>
            <a:ext cx="265176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58" name="Oval 57"/>
          <p:cNvSpPr/>
          <p:nvPr/>
        </p:nvSpPr>
        <p:spPr>
          <a:xfrm>
            <a:off x="5998464" y="1115568"/>
            <a:ext cx="694944" cy="694944"/>
          </a:xfrm>
          <a:prstGeom prst="ellipse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6071616" y="1188720"/>
            <a:ext cx="548640" cy="548640"/>
          </a:xfrm>
          <a:prstGeom prst="ellipse">
            <a:avLst/>
          </a:prstGeom>
          <a:solidFill>
            <a:srgbClr val="FFFBEB"/>
          </a:solidFill>
          <a:ln w="22860"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071616" y="118872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1E293B"/>
                </a:solidFill>
                <a:latin typeface="Calibri"/>
              </a:rPr>
              <a:t>💡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15000" y="1901952"/>
            <a:ext cx="12618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1E293B"/>
                </a:solidFill>
                <a:latin typeface="Calibri"/>
              </a:rPr>
              <a:t>Quick Root Cause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715000" y="2167128"/>
            <a:ext cx="12618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B45309"/>
                </a:solidFill>
                <a:latin typeface="Calibri"/>
              </a:rPr>
              <a:t>AI Suggestion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760720" y="2395728"/>
            <a:ext cx="1170432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715000" y="2468880"/>
            <a:ext cx="12618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64748B"/>
                </a:solidFill>
                <a:latin typeface="Calibri"/>
              </a:rPr>
              <a:t>Reads similar incidents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715000" y="2670048"/>
            <a:ext cx="12618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64748B"/>
                </a:solidFill>
                <a:latin typeface="Calibri"/>
              </a:rPr>
              <a:t>2–3 sentence insight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077456" y="2066543"/>
            <a:ext cx="292607" cy="25603"/>
          </a:xfrm>
          <a:prstGeom prst="rect">
            <a:avLst/>
          </a:prstGeom>
          <a:solidFill>
            <a:srgbClr val="147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Can 66"/>
          <p:cNvSpPr/>
          <p:nvPr/>
        </p:nvSpPr>
        <p:spPr>
          <a:xfrm>
            <a:off x="7365492" y="2007107"/>
            <a:ext cx="96012" cy="146304"/>
          </a:xfrm>
          <a:prstGeom prst="can">
            <a:avLst/>
          </a:prstGeom>
          <a:solidFill>
            <a:srgbClr val="147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7059168" y="1856231"/>
            <a:ext cx="329184" cy="173736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147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059168" y="1856231"/>
            <a:ext cx="329184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147A40"/>
                </a:solidFill>
                <a:latin typeface="Calibri"/>
              </a:rPr>
              <a:t>show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7424928" y="822960"/>
            <a:ext cx="1389888" cy="2514600"/>
          </a:xfrm>
          <a:prstGeom prst="roundRect">
            <a:avLst/>
          </a:prstGeom>
          <a:solidFill>
            <a:srgbClr val="EDFDF4"/>
          </a:solidFill>
          <a:ln w="17780">
            <a:solidFill>
              <a:srgbClr val="147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424928" y="822960"/>
            <a:ext cx="1389888" cy="59436"/>
          </a:xfrm>
          <a:prstGeom prst="rect">
            <a:avLst/>
          </a:prstGeom>
          <a:solidFill>
            <a:srgbClr val="147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7484364" y="918971"/>
            <a:ext cx="265176" cy="265176"/>
          </a:xfrm>
          <a:prstGeom prst="ellipse">
            <a:avLst/>
          </a:prstGeom>
          <a:solidFill>
            <a:srgbClr val="147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484364" y="918971"/>
            <a:ext cx="265176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74" name="Oval 73"/>
          <p:cNvSpPr/>
          <p:nvPr/>
        </p:nvSpPr>
        <p:spPr>
          <a:xfrm>
            <a:off x="7772400" y="1115568"/>
            <a:ext cx="694944" cy="694944"/>
          </a:xfrm>
          <a:prstGeom prst="ellipse">
            <a:avLst/>
          </a:prstGeom>
          <a:solidFill>
            <a:srgbClr val="ED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7845552" y="1188720"/>
            <a:ext cx="548640" cy="548640"/>
          </a:xfrm>
          <a:prstGeom prst="ellipse">
            <a:avLst/>
          </a:prstGeom>
          <a:solidFill>
            <a:srgbClr val="EDFDF4"/>
          </a:solidFill>
          <a:ln w="22860">
            <a:solidFill>
              <a:srgbClr val="147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7845552" y="118872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1E293B"/>
                </a:solidFill>
                <a:latin typeface="Calibri"/>
              </a:rPr>
              <a:t>📋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488936" y="1901952"/>
            <a:ext cx="12618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1E293B"/>
                </a:solidFill>
                <a:latin typeface="Calibri"/>
              </a:rPr>
              <a:t>Results Shown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488936" y="2167128"/>
            <a:ext cx="12618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147A40"/>
                </a:solidFill>
                <a:latin typeface="Calibri"/>
              </a:rPr>
              <a:t>Incident Cards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534656" y="2395728"/>
            <a:ext cx="1170432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488936" y="2468880"/>
            <a:ext cx="12618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64748B"/>
                </a:solidFill>
                <a:latin typeface="Calibri"/>
              </a:rPr>
              <a:t>Ranked by RRF score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488936" y="2670048"/>
            <a:ext cx="12618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64748B"/>
                </a:solidFill>
                <a:latin typeface="Calibri"/>
              </a:rPr>
              <a:t>Severity · duration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56032" y="3502152"/>
            <a:ext cx="8631936" cy="30175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29184" y="3502152"/>
            <a:ext cx="1697126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1">
                <a:solidFill>
                  <a:srgbClr val="94A3B8"/>
                </a:solidFill>
                <a:latin typeface="Calibri"/>
              </a:rPr>
              <a:t>React QueryInput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026310" y="3502152"/>
            <a:ext cx="1697126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1">
                <a:solidFill>
                  <a:srgbClr val="94A3B8"/>
                </a:solidFill>
                <a:latin typeface="Calibri"/>
              </a:rPr>
              <a:t>utils/guardrails.py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723436" y="3502152"/>
            <a:ext cx="1697126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1">
                <a:solidFill>
                  <a:srgbClr val="94A3B8"/>
                </a:solidFill>
                <a:latin typeface="Calibri"/>
              </a:rPr>
              <a:t>HybridRetriever · RRF k=60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420563" y="3502152"/>
            <a:ext cx="1697126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1">
                <a:solidFill>
                  <a:srgbClr val="94A3B8"/>
                </a:solidFill>
                <a:latin typeface="Calibri"/>
              </a:rPr>
              <a:t>GPT-4o · /api/query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117689" y="3502152"/>
            <a:ext cx="1697126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1">
                <a:solidFill>
                  <a:srgbClr val="94A3B8"/>
                </a:solidFill>
                <a:latin typeface="Calibri"/>
              </a:rPr>
              <a:t>React IncidentCard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1600" b="1"/>
              <a:t>Deep Analysis — AI Agent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" y="658368"/>
            <a:ext cx="8686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64748B"/>
                </a:solidFill>
                <a:latin typeface="Calibri"/>
              </a:rPr>
              <a:t>Full 5-node LangGraph pipeline from alarm to root cause, service impact, and recommendations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594360"/>
            <a:ext cx="9144000" cy="36576"/>
          </a:xfrm>
          <a:prstGeom prst="rect">
            <a:avLst/>
          </a:prstGeom>
          <a:solidFill>
            <a:srgbClr val="F26B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69163" y="795528"/>
            <a:ext cx="8805672" cy="5029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42315" y="822960"/>
            <a:ext cx="1161288" cy="2514600"/>
          </a:xfrm>
          <a:prstGeom prst="roundRect">
            <a:avLst/>
          </a:prstGeom>
          <a:solidFill>
            <a:srgbClr val="F1F5F9"/>
          </a:solidFill>
          <a:ln w="17780">
            <a:solidFill>
              <a:srgbClr val="1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42315" y="822960"/>
            <a:ext cx="1161288" cy="59436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01751" y="918971"/>
            <a:ext cx="265176" cy="265176"/>
          </a:xfrm>
          <a:prstGeom prst="ellipse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1751" y="918971"/>
            <a:ext cx="265176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Oval 9"/>
          <p:cNvSpPr/>
          <p:nvPr/>
        </p:nvSpPr>
        <p:spPr>
          <a:xfrm>
            <a:off x="475487" y="1115568"/>
            <a:ext cx="694944" cy="694944"/>
          </a:xfrm>
          <a:prstGeom prst="ellipse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48639" y="1188720"/>
            <a:ext cx="548640" cy="548640"/>
          </a:xfrm>
          <a:prstGeom prst="ellipse">
            <a:avLst/>
          </a:prstGeom>
          <a:solidFill>
            <a:srgbClr val="F1F5F9"/>
          </a:solidFill>
          <a:ln w="22860">
            <a:solidFill>
              <a:srgbClr val="1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39" y="118872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1E293B"/>
                </a:solidFill>
                <a:latin typeface="Calibri"/>
              </a:rPr>
              <a:t>🔎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6323" y="1901952"/>
            <a:ext cx="1033271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1E293B"/>
                </a:solidFill>
                <a:latin typeface="Calibri"/>
              </a:rPr>
              <a:t>User Query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6323" y="2167128"/>
            <a:ext cx="1033271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1B2A4A"/>
                </a:solidFill>
                <a:latin typeface="Calibri"/>
              </a:rPr>
              <a:t>Plain English Input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2043" y="2395728"/>
            <a:ext cx="941832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6323" y="2468880"/>
            <a:ext cx="1033271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64748B"/>
                </a:solidFill>
                <a:latin typeface="Calibri"/>
              </a:rPr>
              <a:t>Deep investigation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6323" y="2670048"/>
            <a:ext cx="1033271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64748B"/>
                </a:solidFill>
                <a:latin typeface="Calibri"/>
              </a:rPr>
              <a:t>Full pipeline triggered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440179" y="2066543"/>
            <a:ext cx="246888" cy="25603"/>
          </a:xfrm>
          <a:prstGeom prst="rect">
            <a:avLst/>
          </a:prstGeom>
          <a:solidFill>
            <a:srgbClr val="F26B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an 18"/>
          <p:cNvSpPr/>
          <p:nvPr/>
        </p:nvSpPr>
        <p:spPr>
          <a:xfrm>
            <a:off x="1682495" y="2007107"/>
            <a:ext cx="96012" cy="146304"/>
          </a:xfrm>
          <a:prstGeom prst="can">
            <a:avLst/>
          </a:prstGeom>
          <a:solidFill>
            <a:srgbClr val="F26B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399031" y="1856231"/>
            <a:ext cx="329184" cy="173736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F26B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9031" y="1856231"/>
            <a:ext cx="329184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26B43"/>
                </a:solidFill>
                <a:latin typeface="Calibri"/>
              </a:rPr>
              <a:t>check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741931" y="822960"/>
            <a:ext cx="1161288" cy="2514600"/>
          </a:xfrm>
          <a:prstGeom prst="roundRect">
            <a:avLst/>
          </a:prstGeom>
          <a:solidFill>
            <a:srgbClr val="FFF7ED"/>
          </a:solidFill>
          <a:ln w="17780">
            <a:solidFill>
              <a:srgbClr val="F26B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741931" y="822960"/>
            <a:ext cx="1161288" cy="59436"/>
          </a:xfrm>
          <a:prstGeom prst="rect">
            <a:avLst/>
          </a:prstGeom>
          <a:solidFill>
            <a:srgbClr val="F26B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801367" y="918971"/>
            <a:ext cx="265176" cy="265176"/>
          </a:xfrm>
          <a:prstGeom prst="ellipse">
            <a:avLst/>
          </a:prstGeom>
          <a:solidFill>
            <a:srgbClr val="F26B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801367" y="918971"/>
            <a:ext cx="265176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6" name="Oval 25"/>
          <p:cNvSpPr/>
          <p:nvPr/>
        </p:nvSpPr>
        <p:spPr>
          <a:xfrm>
            <a:off x="1975104" y="1115568"/>
            <a:ext cx="694944" cy="694944"/>
          </a:xfrm>
          <a:prstGeom prst="ellipse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048256" y="1188720"/>
            <a:ext cx="548640" cy="548640"/>
          </a:xfrm>
          <a:prstGeom prst="ellipse">
            <a:avLst/>
          </a:prstGeom>
          <a:solidFill>
            <a:srgbClr val="FFF7ED"/>
          </a:solidFill>
          <a:ln w="22860">
            <a:solidFill>
              <a:srgbClr val="F26B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048256" y="118872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1E293B"/>
                </a:solidFill>
                <a:latin typeface="Calibri"/>
              </a:rPr>
              <a:t>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05939" y="1901952"/>
            <a:ext cx="1033271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1E293B"/>
                </a:solidFill>
                <a:latin typeface="Calibri"/>
              </a:rPr>
              <a:t>Guardrail Check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05939" y="2167128"/>
            <a:ext cx="1033271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26B43"/>
                </a:solidFill>
                <a:latin typeface="Calibri"/>
              </a:rPr>
              <a:t>Safety &amp; Relevance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851660" y="2395728"/>
            <a:ext cx="941832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805939" y="2468880"/>
            <a:ext cx="1033271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64748B"/>
                </a:solidFill>
                <a:latin typeface="Calibri"/>
              </a:rPr>
              <a:t>3 checks run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805939" y="2670048"/>
            <a:ext cx="1033271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64748B"/>
                </a:solidFill>
                <a:latin typeface="Calibri"/>
              </a:rPr>
              <a:t>Returns structured result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939796" y="2066543"/>
            <a:ext cx="246888" cy="25603"/>
          </a:xfrm>
          <a:prstGeom prst="rect">
            <a:avLst/>
          </a:prstGeom>
          <a:solidFill>
            <a:srgbClr val="1B6E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Can 34"/>
          <p:cNvSpPr/>
          <p:nvPr/>
        </p:nvSpPr>
        <p:spPr>
          <a:xfrm>
            <a:off x="3182112" y="2007107"/>
            <a:ext cx="96012" cy="146304"/>
          </a:xfrm>
          <a:prstGeom prst="can">
            <a:avLst/>
          </a:prstGeom>
          <a:solidFill>
            <a:srgbClr val="1B6E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2898647" y="1856231"/>
            <a:ext cx="329184" cy="173736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1B6E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898647" y="1856231"/>
            <a:ext cx="329184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1B6EC2"/>
                </a:solidFill>
                <a:latin typeface="Calibri"/>
              </a:rPr>
              <a:t>retrieve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241548" y="822960"/>
            <a:ext cx="1161288" cy="2514600"/>
          </a:xfrm>
          <a:prstGeom prst="roundRect">
            <a:avLst/>
          </a:prstGeom>
          <a:solidFill>
            <a:srgbClr val="EBF5FF"/>
          </a:solidFill>
          <a:ln w="17780">
            <a:solidFill>
              <a:srgbClr val="1B6E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241548" y="822960"/>
            <a:ext cx="1161288" cy="59436"/>
          </a:xfrm>
          <a:prstGeom prst="rect">
            <a:avLst/>
          </a:prstGeom>
          <a:solidFill>
            <a:srgbClr val="1B6E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3300984" y="918971"/>
            <a:ext cx="265176" cy="265176"/>
          </a:xfrm>
          <a:prstGeom prst="ellipse">
            <a:avLst/>
          </a:prstGeom>
          <a:solidFill>
            <a:srgbClr val="1B6E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300984" y="918971"/>
            <a:ext cx="265176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42" name="Oval 41"/>
          <p:cNvSpPr/>
          <p:nvPr/>
        </p:nvSpPr>
        <p:spPr>
          <a:xfrm>
            <a:off x="3474720" y="1115568"/>
            <a:ext cx="694944" cy="694944"/>
          </a:xfrm>
          <a:prstGeom prst="ellipse">
            <a:avLst/>
          </a:prstGeom>
          <a:solidFill>
            <a:srgbClr val="EB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3547872" y="1188720"/>
            <a:ext cx="548640" cy="548640"/>
          </a:xfrm>
          <a:prstGeom prst="ellipse">
            <a:avLst/>
          </a:prstGeom>
          <a:solidFill>
            <a:srgbClr val="EBF5FF"/>
          </a:solidFill>
          <a:ln w="22860">
            <a:solidFill>
              <a:srgbClr val="1B6E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547872" y="118872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1E293B"/>
                </a:solidFill>
                <a:latin typeface="Calibri"/>
              </a:rPr>
              <a:t>📚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305556" y="1901952"/>
            <a:ext cx="1033271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1E293B"/>
                </a:solidFill>
                <a:latin typeface="Calibri"/>
              </a:rPr>
              <a:t>Retrieve Incidents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05556" y="2167128"/>
            <a:ext cx="1033271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1B6EC2"/>
                </a:solidFill>
                <a:latin typeface="Calibri"/>
              </a:rPr>
              <a:t>Find Related Alarms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351276" y="2395728"/>
            <a:ext cx="941832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305556" y="2468880"/>
            <a:ext cx="1033271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64748B"/>
                </a:solidFill>
                <a:latin typeface="Calibri"/>
              </a:rPr>
              <a:t>Hybrid RAG search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305556" y="2670048"/>
            <a:ext cx="1033271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64748B"/>
                </a:solidFill>
                <a:latin typeface="Calibri"/>
              </a:rPr>
              <a:t>Top-K ranked incidents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439412" y="2066543"/>
            <a:ext cx="246888" cy="25603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Can 50"/>
          <p:cNvSpPr/>
          <p:nvPr/>
        </p:nvSpPr>
        <p:spPr>
          <a:xfrm>
            <a:off x="4681728" y="2007107"/>
            <a:ext cx="96012" cy="146304"/>
          </a:xfrm>
          <a:prstGeom prst="can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4398264" y="1856231"/>
            <a:ext cx="329184" cy="173736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398264" y="1856231"/>
            <a:ext cx="329184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B45309"/>
                </a:solidFill>
                <a:latin typeface="Calibri"/>
              </a:rPr>
              <a:t>correlate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741164" y="822960"/>
            <a:ext cx="1161288" cy="2514600"/>
          </a:xfrm>
          <a:prstGeom prst="roundRect">
            <a:avLst/>
          </a:prstGeom>
          <a:solidFill>
            <a:srgbClr val="FFFBEB"/>
          </a:solidFill>
          <a:ln w="17780"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741164" y="822960"/>
            <a:ext cx="1161288" cy="59436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4800600" y="918971"/>
            <a:ext cx="265176" cy="265176"/>
          </a:xfrm>
          <a:prstGeom prst="ellipse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800600" y="918971"/>
            <a:ext cx="265176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58" name="Oval 57"/>
          <p:cNvSpPr/>
          <p:nvPr/>
        </p:nvSpPr>
        <p:spPr>
          <a:xfrm>
            <a:off x="4974336" y="1115568"/>
            <a:ext cx="694944" cy="694944"/>
          </a:xfrm>
          <a:prstGeom prst="ellipse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5047488" y="1188720"/>
            <a:ext cx="548640" cy="548640"/>
          </a:xfrm>
          <a:prstGeom prst="ellipse">
            <a:avLst/>
          </a:prstGeom>
          <a:solidFill>
            <a:srgbClr val="FFFBEB"/>
          </a:solidFill>
          <a:ln w="22860"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047488" y="118872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1E293B"/>
                </a:solidFill>
                <a:latin typeface="Calibri"/>
              </a:rPr>
              <a:t>🔗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5172" y="1901952"/>
            <a:ext cx="1033271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1E293B"/>
                </a:solidFill>
                <a:latin typeface="Calibri"/>
              </a:rPr>
              <a:t>Correlate Alarms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805172" y="2167128"/>
            <a:ext cx="1033271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B45309"/>
                </a:solidFill>
                <a:latin typeface="Calibri"/>
              </a:rPr>
              <a:t>Find Patterns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850892" y="2395728"/>
            <a:ext cx="941832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805172" y="2468880"/>
            <a:ext cx="1033271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64748B"/>
                </a:solidFill>
                <a:latin typeface="Calibri"/>
              </a:rPr>
              <a:t>Group by region + tech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05172" y="2670048"/>
            <a:ext cx="1033271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64748B"/>
                </a:solidFill>
                <a:latin typeface="Calibri"/>
              </a:rPr>
              <a:t>Identify affected vendors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939028" y="2066543"/>
            <a:ext cx="246888" cy="25603"/>
          </a:xfrm>
          <a:prstGeom prst="rect">
            <a:avLst/>
          </a:prstGeom>
          <a:solidFill>
            <a:srgbClr val="6B21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Can 66"/>
          <p:cNvSpPr/>
          <p:nvPr/>
        </p:nvSpPr>
        <p:spPr>
          <a:xfrm>
            <a:off x="6181344" y="2007107"/>
            <a:ext cx="96012" cy="146304"/>
          </a:xfrm>
          <a:prstGeom prst="can">
            <a:avLst/>
          </a:prstGeom>
          <a:solidFill>
            <a:srgbClr val="6B21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5897880" y="1856231"/>
            <a:ext cx="329184" cy="173736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6B21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897880" y="1856231"/>
            <a:ext cx="329184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6B21A8"/>
                </a:solidFill>
                <a:latin typeface="Calibri"/>
              </a:rPr>
              <a:t>analyse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6240780" y="822960"/>
            <a:ext cx="1161288" cy="2514600"/>
          </a:xfrm>
          <a:prstGeom prst="roundRect">
            <a:avLst/>
          </a:prstGeom>
          <a:solidFill>
            <a:srgbClr val="F5F3FF"/>
          </a:solidFill>
          <a:ln w="17780">
            <a:solidFill>
              <a:srgbClr val="6B21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240780" y="822960"/>
            <a:ext cx="1161288" cy="59436"/>
          </a:xfrm>
          <a:prstGeom prst="rect">
            <a:avLst/>
          </a:prstGeom>
          <a:solidFill>
            <a:srgbClr val="6B21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6300216" y="918971"/>
            <a:ext cx="265176" cy="265176"/>
          </a:xfrm>
          <a:prstGeom prst="ellipse">
            <a:avLst/>
          </a:prstGeom>
          <a:solidFill>
            <a:srgbClr val="6B21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300216" y="918971"/>
            <a:ext cx="265176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74" name="Oval 73"/>
          <p:cNvSpPr/>
          <p:nvPr/>
        </p:nvSpPr>
        <p:spPr>
          <a:xfrm>
            <a:off x="6473952" y="1115568"/>
            <a:ext cx="694944" cy="694944"/>
          </a:xfrm>
          <a:prstGeom prst="ellipse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6547104" y="1188720"/>
            <a:ext cx="548640" cy="548640"/>
          </a:xfrm>
          <a:prstGeom prst="ellipse">
            <a:avLst/>
          </a:prstGeom>
          <a:solidFill>
            <a:srgbClr val="F5F3FF"/>
          </a:solidFill>
          <a:ln w="22860">
            <a:solidFill>
              <a:srgbClr val="6B21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547104" y="118872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1E293B"/>
                </a:solidFill>
                <a:latin typeface="Calibri"/>
              </a:rPr>
              <a:t>🎯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4788" y="1901952"/>
            <a:ext cx="1033271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1E293B"/>
                </a:solidFill>
                <a:latin typeface="Calibri"/>
              </a:rPr>
              <a:t>AI Analysis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304788" y="2167128"/>
            <a:ext cx="1033271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6B21A8"/>
                </a:solidFill>
                <a:latin typeface="Calibri"/>
              </a:rPr>
              <a:t>Root Cause + Impact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350508" y="2395728"/>
            <a:ext cx="941832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304788" y="2468880"/>
            <a:ext cx="1033271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64748B"/>
                </a:solidFill>
                <a:latin typeface="Calibri"/>
              </a:rPr>
              <a:t>GPT-4o explains why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304788" y="2670048"/>
            <a:ext cx="1033271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64748B"/>
                </a:solidFill>
                <a:latin typeface="Calibri"/>
              </a:rPr>
              <a:t>Assesses service impact</a:t>
            </a:r>
          </a:p>
        </p:txBody>
      </p:sp>
      <p:sp>
        <p:nvSpPr>
          <p:cNvPr id="82" name="Rectangle 81"/>
          <p:cNvSpPr/>
          <p:nvPr/>
        </p:nvSpPr>
        <p:spPr>
          <a:xfrm>
            <a:off x="7438644" y="2066543"/>
            <a:ext cx="246888" cy="25603"/>
          </a:xfrm>
          <a:prstGeom prst="rect">
            <a:avLst/>
          </a:prstGeom>
          <a:solidFill>
            <a:srgbClr val="147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Can 82"/>
          <p:cNvSpPr/>
          <p:nvPr/>
        </p:nvSpPr>
        <p:spPr>
          <a:xfrm>
            <a:off x="7680959" y="2007107"/>
            <a:ext cx="96012" cy="146304"/>
          </a:xfrm>
          <a:prstGeom prst="can">
            <a:avLst/>
          </a:prstGeom>
          <a:solidFill>
            <a:srgbClr val="147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7397496" y="1856231"/>
            <a:ext cx="329184" cy="173736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147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397496" y="1856231"/>
            <a:ext cx="329184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147A40"/>
                </a:solidFill>
                <a:latin typeface="Calibri"/>
              </a:rPr>
              <a:t>generate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7740396" y="822960"/>
            <a:ext cx="1161288" cy="2514600"/>
          </a:xfrm>
          <a:prstGeom prst="roundRect">
            <a:avLst/>
          </a:prstGeom>
          <a:solidFill>
            <a:srgbClr val="EDFDF4"/>
          </a:solidFill>
          <a:ln w="17780">
            <a:solidFill>
              <a:srgbClr val="147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740396" y="822960"/>
            <a:ext cx="1161288" cy="59436"/>
          </a:xfrm>
          <a:prstGeom prst="rect">
            <a:avLst/>
          </a:prstGeom>
          <a:solidFill>
            <a:srgbClr val="147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7799832" y="918971"/>
            <a:ext cx="265176" cy="265176"/>
          </a:xfrm>
          <a:prstGeom prst="ellipse">
            <a:avLst/>
          </a:prstGeom>
          <a:solidFill>
            <a:srgbClr val="147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7799832" y="918971"/>
            <a:ext cx="265176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90" name="Oval 89"/>
          <p:cNvSpPr/>
          <p:nvPr/>
        </p:nvSpPr>
        <p:spPr>
          <a:xfrm>
            <a:off x="7973567" y="1115568"/>
            <a:ext cx="694944" cy="694944"/>
          </a:xfrm>
          <a:prstGeom prst="ellipse">
            <a:avLst/>
          </a:prstGeom>
          <a:solidFill>
            <a:srgbClr val="ED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8046719" y="1188720"/>
            <a:ext cx="548640" cy="548640"/>
          </a:xfrm>
          <a:prstGeom prst="ellipse">
            <a:avLst/>
          </a:prstGeom>
          <a:solidFill>
            <a:srgbClr val="EDFDF4"/>
          </a:solidFill>
          <a:ln w="22860">
            <a:solidFill>
              <a:srgbClr val="147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8046719" y="118872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1E293B"/>
                </a:solidFill>
                <a:latin typeface="Calibri"/>
              </a:rPr>
              <a:t>✅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804404" y="1901952"/>
            <a:ext cx="1033271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1E293B"/>
                </a:solidFill>
                <a:latin typeface="Calibri"/>
              </a:rPr>
              <a:t>Recommendations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804404" y="2167128"/>
            <a:ext cx="1033271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147A40"/>
                </a:solidFill>
                <a:latin typeface="Calibri"/>
              </a:rPr>
              <a:t>Fix Guide + Evaluation</a:t>
            </a:r>
          </a:p>
        </p:txBody>
      </p:sp>
      <p:sp>
        <p:nvSpPr>
          <p:cNvPr id="95" name="Rectangle 94"/>
          <p:cNvSpPr/>
          <p:nvPr/>
        </p:nvSpPr>
        <p:spPr>
          <a:xfrm>
            <a:off x="7850123" y="2395728"/>
            <a:ext cx="941832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7804404" y="2468880"/>
            <a:ext cx="1033271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64748B"/>
                </a:solidFill>
                <a:latin typeface="Calibri"/>
              </a:rPr>
              <a:t>Step-by-step actions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7804404" y="2670048"/>
            <a:ext cx="1033271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64748B"/>
                </a:solidFill>
                <a:latin typeface="Calibri"/>
              </a:rPr>
              <a:t>Auto quality score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69163" y="3502152"/>
            <a:ext cx="8805672" cy="30175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242315" y="3502152"/>
            <a:ext cx="144322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1">
                <a:solidFill>
                  <a:srgbClr val="94A3B8"/>
                </a:solidFill>
                <a:latin typeface="Calibri"/>
              </a:rPr>
              <a:t>React QueryInput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685543" y="3502152"/>
            <a:ext cx="144322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1">
                <a:solidFill>
                  <a:srgbClr val="94A3B8"/>
                </a:solidFill>
                <a:latin typeface="Calibri"/>
              </a:rPr>
              <a:t>utils/guardrails.py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128772" y="3502152"/>
            <a:ext cx="144322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1">
                <a:solidFill>
                  <a:srgbClr val="94A3B8"/>
                </a:solidFill>
                <a:latin typeface="Calibri"/>
              </a:rPr>
              <a:t>HybridRetriever · RRF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572000" y="3502152"/>
            <a:ext cx="144322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1">
                <a:solidFill>
                  <a:srgbClr val="94A3B8"/>
                </a:solidFill>
                <a:latin typeface="Calibri"/>
              </a:rPr>
              <a:t>utils/correlation.py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015228" y="3502152"/>
            <a:ext cx="144322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1">
                <a:solidFill>
                  <a:srgbClr val="94A3B8"/>
                </a:solidFill>
                <a:latin typeface="Calibri"/>
              </a:rPr>
              <a:t>LangGraph nodes 3 &amp; 4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458456" y="3502152"/>
            <a:ext cx="144322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1">
                <a:solidFill>
                  <a:srgbClr val="94A3B8"/>
                </a:solidFill>
                <a:latin typeface="Calibri"/>
              </a:rPr>
              <a:t>Node 5 · DeepEval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heme - Prodapt PPT">
  <a:themeElements>
    <a:clrScheme name="Prdapt 2022">
      <a:dk1>
        <a:srgbClr val="1C1C1C"/>
      </a:dk1>
      <a:lt1>
        <a:srgbClr val="FFFFFF"/>
      </a:lt1>
      <a:dk2>
        <a:srgbClr val="1C1C1C"/>
      </a:dk2>
      <a:lt2>
        <a:srgbClr val="FFFFFF"/>
      </a:lt2>
      <a:accent1>
        <a:srgbClr val="EB262A"/>
      </a:accent1>
      <a:accent2>
        <a:srgbClr val="1C1C1C"/>
      </a:accent2>
      <a:accent3>
        <a:srgbClr val="ABABAB"/>
      </a:accent3>
      <a:accent4>
        <a:srgbClr val="DCDCDC"/>
      </a:accent4>
      <a:accent5>
        <a:srgbClr val="74C657"/>
      </a:accent5>
      <a:accent6>
        <a:srgbClr val="FFFFFF"/>
      </a:accent6>
      <a:hlink>
        <a:srgbClr val="EB262A"/>
      </a:hlink>
      <a:folHlink>
        <a:srgbClr val="DCDCDC"/>
      </a:folHlink>
    </a:clrScheme>
    <a:fontScheme name="Prodapt 2022">
      <a:majorFont>
        <a:latin typeface="KareliaWeb Regular"/>
        <a:ea typeface=""/>
        <a:cs typeface=""/>
      </a:majorFont>
      <a:minorFont>
        <a:latin typeface="KareliaWeb Regular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4233" cap="flat">
          <a:solidFill>
            <a:srgbClr val="EA262A"/>
          </a:solidFill>
          <a:prstDash val="solid"/>
          <a:miter/>
        </a:ln>
      </a:spPr>
      <a:bodyPr rtlCol="0" anchor="ctr"/>
      <a:lstStyle>
        <a:defPPr algn="l">
          <a:defRPr/>
        </a:defPPr>
      </a:lstStyle>
    </a:spDef>
  </a:objectDefaults>
  <a:extraClrSchemeLst/>
  <a:extLst>
    <a:ext uri="{05A4C25C-085E-4340-85A3-A5531E510DB2}">
      <thm15:themeFamily xmlns:thm15="http://schemas.microsoft.com/office/thememl/2012/main" name="Prodapt Presentation Template 18-Aug" id="{94E6C00B-2BFB-47B5-BD1D-5506940CF924}" vid="{F73A7085-4A5F-461E-BF66-0BA65823380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2CE691FBD0A3640AB1112BAB501375B" ma:contentTypeVersion="4" ma:contentTypeDescription="Create a new document." ma:contentTypeScope="" ma:versionID="41bf295c73564391049f953514f3f199">
  <xsd:schema xmlns:xsd="http://www.w3.org/2001/XMLSchema" xmlns:xs="http://www.w3.org/2001/XMLSchema" xmlns:p="http://schemas.microsoft.com/office/2006/metadata/properties" xmlns:ns2="28609899-2071-4be1-b26b-d3c9d2c333b8" xmlns:ns3="58f322d2-f94d-49d2-b755-a14c1e5cbbff" targetNamespace="http://schemas.microsoft.com/office/2006/metadata/properties" ma:root="true" ma:fieldsID="d13ac1cf3e9c1e3f49d927a86aa55487" ns2:_="" ns3:_="">
    <xsd:import namespace="28609899-2071-4be1-b26b-d3c9d2c333b8"/>
    <xsd:import namespace="58f322d2-f94d-49d2-b755-a14c1e5cbbf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8609899-2071-4be1-b26b-d3c9d2c333b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8f322d2-f94d-49d2-b755-a14c1e5cbbff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1D7D8E58-5860-4B95-A0C0-090ED4A95F6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F2598355-BC50-4776-9353-49E020A278E0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3.xml><?xml version="1.0" encoding="utf-8"?>
<ds:datastoreItem xmlns:ds="http://schemas.openxmlformats.org/officeDocument/2006/customXml" ds:itemID="{10E7B6B0-B093-455D-B4D0-06891A6138B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28609899-2071-4be1-b26b-d3c9d2c333b8"/>
    <ds:schemaRef ds:uri="58f322d2-f94d-49d2-b755-a14c1e5cbbf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28</Words>
  <Application>Microsoft Office PowerPoint</Application>
  <PresentationFormat>On-screen Show (16:9)</PresentationFormat>
  <Paragraphs>17</Paragraphs>
  <Slides>51</Slides>
  <Notes>1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51</vt:i4>
      </vt:variant>
    </vt:vector>
  </HeadingPairs>
  <TitlesOfParts>
    <vt:vector size="52" baseType="lpstr">
      <vt:lpstr>Theme - Prodapt PPT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Basic</vt:lpstr>
      <vt:lpstr>Basic</vt:lpstr>
      <vt:lpstr>Basic Elaboration</vt:lpstr>
      <vt:lpstr>Basic Elaboration</vt:lpstr>
      <vt:lpstr>Arrows</vt:lpstr>
      <vt:lpstr>Arrows</vt:lpstr>
      <vt:lpstr>Ecommerce</vt:lpstr>
      <vt:lpstr>Music</vt:lpstr>
      <vt:lpstr>Software</vt:lpstr>
      <vt:lpstr>Weather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2026-06-03T17:08:16Z</dcterms:created>
  <dcterms:modified xsi:type="dcterms:W3CDTF">2026-06-03T17:08:18Z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0x01010052CE691FBD0A3640AB1112BAB501375B</vt:lpwstr>
  </property>
</Properties>
</file>